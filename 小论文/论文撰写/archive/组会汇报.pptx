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组会汇报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基于稀疏贝叶斯学习与最小二乘修正级联的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周期抖动超分辨率分解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SBL-LS: Super-Resolution Periodic Jitter Decomposition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371600" cy="274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汇报人：孙启航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4 月 14 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汇报提纲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642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高速链路抖动分解的挑战与现有方法的局限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核心方法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532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SBL-LS 三阶段级联架构：FastRVM → ARD → 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实验结果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4015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宽频带精度、多分量分解、噪声鲁棒性、消融实验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当前局限与后续计划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270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过估问题、实测数据验证、计算加速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问题背景：抖动分解的核心挑战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序列分解为四类分量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y(k) = RJ + PJ + ISI + DCD + noise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3152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RJ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随机抖动 — 高斯白噪声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3152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PJ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周期抖动 — 电源耦合/时钟串扰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73152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ISI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码间干扰 — 信道记忆效应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3152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DCD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占空比失真 — 边沿极性相关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3840480" cy="640080"/>
          </a:xfrm>
          <a:prstGeom prst="rect">
            <a:avLst>
              <a:gd name="adj" fmla="val 7143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核心难点：PJ 的频率和幅度精确提取</a:t>
            </a:r>
            <a:endParaRPr lang="en-US" sz="1300" dirty="0"/>
          </a:p>
        </p:txBody>
      </p:sp>
      <p:pic>
        <p:nvPicPr>
          <p:cNvPr id="16" name="Image 0" descr="/sessions/gifted-brave-carson/mnt/小论文/论文撰写/图表/fig1_spectral_lea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914400"/>
            <a:ext cx="3931920" cy="2926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4632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1  FFT 频谱泄露：网格对齐 vs 网格失配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现有方法的局限性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LS-FFT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无需超参数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频谱泄露 → 幅度严重低估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系统误差 14.3–14.7 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23317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频率分辨率不足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05840"/>
            <a:ext cx="269748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LASSO (L₁)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20440" y="1737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频率分辨率高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依赖先验知识/交叉验证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惩罚 → 幅度收缩偏置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3749040"/>
            <a:ext cx="23317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盲测场景不可重复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005840"/>
            <a:ext cx="269748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0584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SBL-LS (本文)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0" y="1737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 自适应 + LS 无偏修正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计算开销略高（~4.6s）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749040"/>
            <a:ext cx="23317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盲测场景下全自动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冗余频率字典的构建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[ H_PJ   H_ISI   H_DCD ] · x + v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子字典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对数-线性混合网格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kHz–20 MHz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正余弦双基函数对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~1600 列（2K个基）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~1600 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5448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 子字典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二值码型指示矩阵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记忆深度 L=5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2⁵ = 32 种码型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5448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DCD 子字典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边沿极性向量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上升沿 +1 / 下降沿 −1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总计 M ≈ 1,633 列  |  N = 50,000 观测点  |  真实活跃 PJ 源仅 1–3 个 → 强稀疏性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SBL-LS 三阶段级联架构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FastRVM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粗定位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916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1600→600 列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 62%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7472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1430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精细推断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1691640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6916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3400" y="1645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无参数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自适应选频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49224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11430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幅度修正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29400" y="1691640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16916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无偏性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1645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消除收缩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偏置(BLUE)</a:t>
            </a:r>
            <a:endParaRPr lang="en-US" sz="1100" dirty="0"/>
          </a:p>
        </p:txBody>
      </p:sp>
      <p:pic>
        <p:nvPicPr>
          <p:cNvPr id="27" name="Image 0" descr="/sessions/gifted-brave-carson/mnt/小论文/论文撰写/图表/fig2_flow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743200"/>
            <a:ext cx="76809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第一阶段：FastRVM 频率粗定位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744"/>
                </a:solidFill>
              </a:rPr>
              <a:t>动机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在 ~1600 列全字典上直接运行 ARD
需反复对大矩阵求逆，计算量过大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744"/>
                </a:solidFill>
              </a:rPr>
              <a:t>方法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100 kHz–15 MHz 均匀布置 100 个粗粒度候选频点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θᵢ = Qᵢ² − Sᵢ  判断纳入/剪除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提取 Top-3 候选中心频率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各中心 ±200 kHz 邻域精细采样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744"/>
                </a:solidFill>
              </a:rPr>
              <a:t>结果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字典规模 1600 → 600 列（−62%）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矩阵求逆计算量缩减 ~95%</a:t>
            </a:r>
            <a:endParaRPr lang="en-US" sz="1400" dirty="0"/>
          </a:p>
        </p:txBody>
      </p:sp>
      <p:pic>
        <p:nvPicPr>
          <p:cNvPr id="5" name="Image 0" descr="/sessions/gifted-brave-carson/mnt/小论文/论文撰写/图表/fig3_fastrvm_comp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822960"/>
            <a:ext cx="41148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3  FastRVM 两阶段字典压缩过程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 &amp; 三阶段：ARD 选频 + LS 无偏修正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ARD 精细推断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每个系数独立高斯先验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p(xᵢ|αᵢ) = N(0, αᵢ⁻¹)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744"/>
                </a:solidFill>
              </a:rPr>
              <a:t>ARD 核心机制：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不相关候选 → αᵢ → ∞ → 系数自动剪零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噪声方差 σ² 自动校准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无需任何外部参数干预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4444"/>
                </a:solidFill>
              </a:rPr>
              <a:t>vs LASSO：λ 需手动设定或交叉验证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4444"/>
                </a:solidFill>
              </a:rPr>
              <a:t>在 M=1633 列下 5-fold CV 计算不可行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LS 无偏修正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744"/>
                </a:solidFill>
              </a:rPr>
              <a:t>SBL 的问题：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后验均值受 αᵢ 约束
≈ 各向异性 L₂ 正则化
→ 非零系数被系统性压低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744"/>
                </a:solidFill>
              </a:rPr>
              <a:t>解决方案：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SBL 定位为“选频器”
提取支撑集 → 切出子字典
用无约束 OLS 重算系数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= (H'H)⁻¹H'y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高斯-马尔可夫定理保证：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支撑集正确 → BLUE（最佳线性无偏估计）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实验一：宽频带 PJ 幅度估计精度</a:t>
            </a:r>
            <a:endParaRPr lang="en-US" sz="2600" dirty="0"/>
          </a:p>
        </p:txBody>
      </p:sp>
      <p:pic>
        <p:nvPicPr>
          <p:cNvPr id="4" name="Image 0" descr="/sessions/gifted-brave-carson/mnt/小论文/论文撰写/图表/fig4_freq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914400"/>
            <a:ext cx="33832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914400"/>
            <a:ext cx="33832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0" y="150876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748B"/>
                </a:solidFill>
              </a:rPr>
              <a:t>LS-FFT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全频段误差 14.3–14.7 ps
频谱泄露导致幅度几乎完全丢失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9E0B"/>
                </a:solidFill>
              </a:rPr>
              <a:t>LASSO (三组 α)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参数敏感性极强
α=0.10 低频好 / 高频崩溃
α=0.50 误差达 12.14 ps
盲测下不可重复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B82F6"/>
                </a:solidFill>
              </a:rPr>
              <a:t>SBL-LS (本文)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全部 6 个频点误差 ≤ 0.24 ps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最低仅 0.121 ps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完全无参数干预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实验二：多分量联合分解（50 次蒙特卡洛）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PJ (ps)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DCD (ps)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 (ps)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 (ps)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LS-FFT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0.243±0.060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0.969±0.019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0.701±0.119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5.665±0.015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(α=0.01)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15.300±0.059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0.979±0.020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0.000±0.000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1.997±0.007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(α=0.10)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15.045±0.037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0.799±0.020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0.000±0.000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2.024±0.007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(α=0.50)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13.871±0.032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0.008±0.011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0.000±0.000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2.244±0.007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SBL-LS (本文)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15.063±0.046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0.969±0.020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0.347±0.040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1.999±0.007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749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LASSO 的 ISI 全部为零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ISI 系数 (~0.01 ps) 低于 L₁ 软阈值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被直接截断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3657600"/>
            <a:ext cx="393192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3749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SBL-LS 是唯一产生四类分量
非零估计的算法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ISI 过估 ~2.2× — 源于残余共线性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实验三：噪声鲁棒性</a:t>
            </a:r>
            <a:endParaRPr lang="en-US" sz="2600" dirty="0"/>
          </a:p>
        </p:txBody>
      </p:sp>
      <p:pic>
        <p:nvPicPr>
          <p:cNvPr id="4" name="Image 0" descr="/sessions/gifted-brave-carson/mnt/小论文/论文撰写/图表/fig5_noise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914400"/>
            <a:ext cx="33832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914400"/>
            <a:ext cx="33832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RJ: 0.5 → 5.0 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0" y="150876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B82F6"/>
                </a:solidFill>
              </a:rPr>
              <a:t>SBL-LS 全区间最优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低噪声 (0.5 ps): 误差 0.029 ps
高噪声 (5.0 ps): 误差 0.595 ps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</a:rPr>
              <a:t>ARD 自主噪声估计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σ² 随迭代自动校准
无需预知噪声水平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9E0B"/>
                </a:solidFill>
              </a:rPr>
              <a:t>LASSO 对比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α=0.10 表面稳定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但系 1 MHz 事后调优结果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α=0.01 高噪声下劣化至 2.7 ps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消融实验：三阶段缺一不可</a:t>
            </a:r>
            <a:endParaRPr lang="en-US" sz="2600" dirty="0"/>
          </a:p>
        </p:txBody>
      </p:sp>
      <p:pic>
        <p:nvPicPr>
          <p:cNvPr id="4" name="Image 0" descr="/sessions/gifted-brave-carson/mnt/小论文/论文撰写/图表/fig6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29260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14400"/>
          <a:ext cx="3383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字典规模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平均耗时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Stage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~1600 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Stage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 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SBL-LS (完整)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 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0" y="2377440"/>
            <a:ext cx="3383280" cy="640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3"/>
          <p:cNvSpPr/>
          <p:nvPr/>
        </p:nvSpPr>
        <p:spPr>
          <a:xfrm>
            <a:off x="562356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去掉 FastRVM →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PJ 误差 1–2 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速度降 6.2×，收敛不稳定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0" y="3154680"/>
            <a:ext cx="3383280" cy="6400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9" name="Text 5"/>
          <p:cNvSpPr/>
          <p:nvPr/>
        </p:nvSpPr>
        <p:spPr>
          <a:xfrm>
            <a:off x="562356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去掉 LS 修正 →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DCD 误差 +63%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零额外开销换取弱分量精度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FastRVM 贡献效率 + 精度稳定性  |  LS 修正补足弱分量精度  |  三阶段在精度与效率两个维度均不可或缺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当前局限与后续计划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当前局限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过估 ~2.2×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低频 PJ 列与 ISI 码型矩阵间残余共线性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402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仅合成数据验证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尚无实测 TIE 数据的工程验证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计算速度较慢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319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SBL-LS ~4.6s，慢于 FFT 和 LASSO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947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正弦 PJ 假设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096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非正弦周期干扰需谐波扩展字典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后续计划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15544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 ISI 估计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字典正交化策略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 PJ-ISI 共线性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5603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实测数据验证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高速串行链路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 TIE 数据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5661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3520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计算加速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7784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并行计算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 矩阵求逆优化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请老师和同学们批评指正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0" y="3200400"/>
            <a:ext cx="1463040" cy="274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孙启航  |  2026.04.14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SBL-LS Jitter Decomposition - Group Meeting Report</dc:title>
  <dc:subject>PptxGenJS Presentation</dc:subject>
  <dc:creator>Qihang Sun</dc:creator>
  <cp:lastModifiedBy>Qihang Sun</cp:lastModifiedBy>
  <cp:revision>1</cp:revision>
  <dcterms:created xsi:type="dcterms:W3CDTF">2026-04-13T12:10:11Z</dcterms:created>
  <dcterms:modified xsi:type="dcterms:W3CDTF">2026-04-13T12:10:11Z</dcterms:modified>
</cp:coreProperties>
</file>