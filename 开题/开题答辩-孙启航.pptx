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77" r:id="rId6"/>
    <p:sldId id="278" r:id="rId7"/>
    <p:sldId id="279" r:id="rId8"/>
    <p:sldId id="259" r:id="rId9"/>
    <p:sldId id="260" r:id="rId10"/>
    <p:sldId id="261" r:id="rId11"/>
    <p:sldId id="263" r:id="rId12"/>
    <p:sldId id="267" r:id="rId13"/>
    <p:sldId id="269" r:id="rId14"/>
    <p:sldId id="275" r:id="rId15"/>
  </p:sldIdLst>
  <p:sldSz cx="18288000" cy="10287000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Heavy" panose="020B0604020202020204" charset="0"/>
      <p:regular r:id="rId21"/>
      <p:bold r:id="rId22"/>
    </p:embeddedFont>
    <p:embeddedFont>
      <p:font typeface="Montserrat Ultra-Bold" panose="020B0604020202020204" charset="0"/>
      <p:regular r:id="rId23"/>
      <p:bold r:id="rId24"/>
    </p:embeddedFont>
    <p:embeddedFont>
      <p:font typeface="微软雅黑" panose="020B0503020204020204" pitchFamily="34" charset="-122"/>
      <p:regular r:id="rId25"/>
      <p:bold r:id="rId26"/>
    </p:embeddedFont>
  </p:embeddedFontLst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 userDrawn="1">
          <p15:clr>
            <a:srgbClr val="A4A3A4"/>
          </p15:clr>
        </p15:guide>
        <p15:guide id="2" pos="29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6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70" d="100"/>
          <a:sy n="70" d="100"/>
        </p:scale>
        <p:origin x="774" y="78"/>
      </p:cViewPr>
      <p:guideLst>
        <p:guide orient="horz" pos="2084"/>
        <p:guide pos="2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image" Target="../media/image13.svg"/><Relationship Id="rId3" Type="http://schemas.openxmlformats.org/officeDocument/2006/relationships/tags" Target="../tags/tag6.xml"/><Relationship Id="rId21" Type="http://schemas.openxmlformats.org/officeDocument/2006/relationships/tags" Target="../tags/tag24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image" Target="../media/image12.png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image" Target="../media/image9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image" Target="../media/image11.svg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image" Target="../media/image10.png"/><Relationship Id="rId28" Type="http://schemas.openxmlformats.org/officeDocument/2006/relationships/image" Target="../media/image15.svg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slideLayout" Target="../slideLayouts/slideLayout7.xml"/><Relationship Id="rId27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2.svg"/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12" Type="http://schemas.openxmlformats.org/officeDocument/2006/relationships/image" Target="../media/image3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Relationship Id="rId6" Type="http://schemas.openxmlformats.org/officeDocument/2006/relationships/image" Target="../media/image27.png"/><Relationship Id="rId11" Type="http://schemas.openxmlformats.org/officeDocument/2006/relationships/image" Target="../media/image30.sv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25.svg"/><Relationship Id="rId9" Type="http://schemas.openxmlformats.org/officeDocument/2006/relationships/image" Target="../media/image8.svg"/><Relationship Id="rId1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tags" Target="../tags/tag53.xml"/><Relationship Id="rId3" Type="http://schemas.openxmlformats.org/officeDocument/2006/relationships/tags" Target="../tags/tag38.xml"/><Relationship Id="rId21" Type="http://schemas.openxmlformats.org/officeDocument/2006/relationships/image" Target="../media/image34.svg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5" Type="http://schemas.openxmlformats.org/officeDocument/2006/relationships/image" Target="../media/image37.png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20" Type="http://schemas.openxmlformats.org/officeDocument/2006/relationships/image" Target="../media/image33.png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24" Type="http://schemas.openxmlformats.org/officeDocument/2006/relationships/image" Target="../media/image9.png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23" Type="http://schemas.openxmlformats.org/officeDocument/2006/relationships/image" Target="../media/image36.svg"/><Relationship Id="rId10" Type="http://schemas.openxmlformats.org/officeDocument/2006/relationships/tags" Target="../tags/tag45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Relationship Id="rId22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56.xml"/><Relationship Id="rId7" Type="http://schemas.openxmlformats.org/officeDocument/2006/relationships/image" Target="../media/image39.png"/><Relationship Id="rId12" Type="http://schemas.openxmlformats.org/officeDocument/2006/relationships/image" Target="../media/image9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microsoft.com/office/2007/relationships/hdphoto" Target="../media/hdphoto1.wdp"/><Relationship Id="rId11" Type="http://schemas.openxmlformats.org/officeDocument/2006/relationships/image" Target="../media/image43.sv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0.svg"/><Relationship Id="rId18" Type="http://schemas.openxmlformats.org/officeDocument/2006/relationships/image" Target="../media/image9.png"/><Relationship Id="rId3" Type="http://schemas.openxmlformats.org/officeDocument/2006/relationships/tags" Target="../tags/tag59.xml"/><Relationship Id="rId7" Type="http://schemas.openxmlformats.org/officeDocument/2006/relationships/image" Target="../media/image46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" Type="http://schemas.openxmlformats.org/officeDocument/2006/relationships/tags" Target="../tags/tag58.xml"/><Relationship Id="rId16" Type="http://schemas.openxmlformats.org/officeDocument/2006/relationships/image" Target="../media/image53.png"/><Relationship Id="rId1" Type="http://schemas.openxmlformats.org/officeDocument/2006/relationships/tags" Target="../tags/tag57.xml"/><Relationship Id="rId6" Type="http://schemas.openxmlformats.org/officeDocument/2006/relationships/image" Target="../media/image45.png"/><Relationship Id="rId11" Type="http://schemas.openxmlformats.org/officeDocument/2006/relationships/image" Target="../media/image30.svg"/><Relationship Id="rId5" Type="http://schemas.openxmlformats.org/officeDocument/2006/relationships/image" Target="../media/image44.png"/><Relationship Id="rId15" Type="http://schemas.openxmlformats.org/officeDocument/2006/relationships/image" Target="../media/image52.svg"/><Relationship Id="rId10" Type="http://schemas.openxmlformats.org/officeDocument/2006/relationships/image" Target="../media/image29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8.svg"/><Relationship Id="rId1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tags" Target="../tags/tag62.xml"/><Relationship Id="rId7" Type="http://schemas.openxmlformats.org/officeDocument/2006/relationships/image" Target="../media/image57.png"/><Relationship Id="rId12" Type="http://schemas.openxmlformats.org/officeDocument/2006/relationships/image" Target="../media/image9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tags" Target="../tags/tag65.xml"/><Relationship Id="rId7" Type="http://schemas.openxmlformats.org/officeDocument/2006/relationships/image" Target="../media/image63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microsoft.com/office/2007/relationships/hdphoto" Target="../media/hdphoto2.wdp"/><Relationship Id="rId11" Type="http://schemas.openxmlformats.org/officeDocument/2006/relationships/image" Target="../media/image9.png"/><Relationship Id="rId5" Type="http://schemas.openxmlformats.org/officeDocument/2006/relationships/image" Target="../media/image62.png"/><Relationship Id="rId10" Type="http://schemas.openxmlformats.org/officeDocument/2006/relationships/image" Target="../media/image66.sv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7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080556" cy="5022166"/>
          </a:xfrm>
          <a:custGeom>
            <a:avLst/>
            <a:gdLst/>
            <a:ahLst/>
            <a:cxnLst/>
            <a:rect l="l" t="t" r="r" b="b"/>
            <a:pathLst>
              <a:path w="9080556" h="5022166">
                <a:moveTo>
                  <a:pt x="0" y="0"/>
                </a:moveTo>
                <a:lnTo>
                  <a:pt x="9080556" y="0"/>
                </a:lnTo>
                <a:lnTo>
                  <a:pt x="9080556" y="5022166"/>
                </a:lnTo>
                <a:lnTo>
                  <a:pt x="0" y="5022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4893806"/>
            <a:ext cx="18288000" cy="5393195"/>
          </a:xfrm>
          <a:custGeom>
            <a:avLst/>
            <a:gdLst/>
            <a:ahLst/>
            <a:cxnLst/>
            <a:rect l="l" t="t" r="r" b="b"/>
            <a:pathLst>
              <a:path w="18288000" h="5393195">
                <a:moveTo>
                  <a:pt x="0" y="0"/>
                </a:moveTo>
                <a:lnTo>
                  <a:pt x="18288000" y="0"/>
                </a:lnTo>
                <a:lnTo>
                  <a:pt x="18288000" y="5393194"/>
                </a:lnTo>
                <a:lnTo>
                  <a:pt x="0" y="53931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27002" y="3090522"/>
            <a:ext cx="1945042" cy="1945042"/>
            <a:chOff x="0" y="0"/>
            <a:chExt cx="2593390" cy="25933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93340" cy="2593340"/>
            </a:xfrm>
            <a:custGeom>
              <a:avLst/>
              <a:gdLst/>
              <a:ahLst/>
              <a:cxnLst/>
              <a:rect l="l" t="t" r="r" b="b"/>
              <a:pathLst>
                <a:path w="2593340" h="2593340">
                  <a:moveTo>
                    <a:pt x="0" y="1296670"/>
                  </a:moveTo>
                  <a:cubicBezTo>
                    <a:pt x="0" y="580517"/>
                    <a:pt x="580517" y="0"/>
                    <a:pt x="1296670" y="0"/>
                  </a:cubicBezTo>
                  <a:cubicBezTo>
                    <a:pt x="2012823" y="0"/>
                    <a:pt x="2593340" y="580517"/>
                    <a:pt x="2593340" y="1296670"/>
                  </a:cubicBezTo>
                  <a:cubicBezTo>
                    <a:pt x="2593340" y="2012823"/>
                    <a:pt x="2012823" y="2593340"/>
                    <a:pt x="1296670" y="2593340"/>
                  </a:cubicBezTo>
                  <a:cubicBezTo>
                    <a:pt x="580517" y="2593340"/>
                    <a:pt x="0" y="2012823"/>
                    <a:pt x="0" y="12966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4594971" y="7354464"/>
            <a:ext cx="460719" cy="460719"/>
            <a:chOff x="0" y="0"/>
            <a:chExt cx="614292" cy="6142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4299" cy="614299"/>
            </a:xfrm>
            <a:custGeom>
              <a:avLst/>
              <a:gdLst/>
              <a:ahLst/>
              <a:cxnLst/>
              <a:rect l="l" t="t" r="r" b="b"/>
              <a:pathLst>
                <a:path w="614299" h="614299">
                  <a:moveTo>
                    <a:pt x="0" y="307086"/>
                  </a:moveTo>
                  <a:cubicBezTo>
                    <a:pt x="0" y="137541"/>
                    <a:pt x="137541" y="0"/>
                    <a:pt x="307086" y="0"/>
                  </a:cubicBezTo>
                  <a:cubicBezTo>
                    <a:pt x="476631" y="0"/>
                    <a:pt x="614299" y="137541"/>
                    <a:pt x="614299" y="307086"/>
                  </a:cubicBezTo>
                  <a:cubicBezTo>
                    <a:pt x="614299" y="476631"/>
                    <a:pt x="476758" y="614299"/>
                    <a:pt x="307086" y="614299"/>
                  </a:cubicBezTo>
                  <a:cubicBezTo>
                    <a:pt x="137414" y="614299"/>
                    <a:pt x="0" y="476758"/>
                    <a:pt x="0" y="3070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133848" y="7206754"/>
            <a:ext cx="1907086" cy="1907086"/>
            <a:chOff x="0" y="0"/>
            <a:chExt cx="2542782" cy="25427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42794" cy="2542794"/>
            </a:xfrm>
            <a:custGeom>
              <a:avLst/>
              <a:gdLst/>
              <a:ahLst/>
              <a:cxnLst/>
              <a:rect l="l" t="t" r="r" b="b"/>
              <a:pathLst>
                <a:path w="2542794" h="2542794">
                  <a:moveTo>
                    <a:pt x="0" y="1271397"/>
                  </a:moveTo>
                  <a:cubicBezTo>
                    <a:pt x="0" y="569214"/>
                    <a:pt x="569214" y="0"/>
                    <a:pt x="1271397" y="0"/>
                  </a:cubicBezTo>
                  <a:cubicBezTo>
                    <a:pt x="1973580" y="0"/>
                    <a:pt x="2542794" y="569214"/>
                    <a:pt x="2542794" y="1271397"/>
                  </a:cubicBezTo>
                  <a:cubicBezTo>
                    <a:pt x="2542794" y="1973580"/>
                    <a:pt x="1973580" y="2542794"/>
                    <a:pt x="1271397" y="2542794"/>
                  </a:cubicBezTo>
                  <a:cubicBezTo>
                    <a:pt x="569214" y="2542794"/>
                    <a:pt x="0" y="1973580"/>
                    <a:pt x="0" y="1271397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14634945" y="5941110"/>
            <a:ext cx="3662582" cy="4355416"/>
          </a:xfrm>
          <a:custGeom>
            <a:avLst/>
            <a:gdLst/>
            <a:ahLst/>
            <a:cxnLst/>
            <a:rect l="l" t="t" r="r" b="b"/>
            <a:pathLst>
              <a:path w="3662582" h="4355416">
                <a:moveTo>
                  <a:pt x="0" y="0"/>
                </a:moveTo>
                <a:lnTo>
                  <a:pt x="3662582" y="0"/>
                </a:lnTo>
                <a:lnTo>
                  <a:pt x="3662582" y="4355416"/>
                </a:lnTo>
                <a:lnTo>
                  <a:pt x="0" y="4355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844595" y="5482213"/>
            <a:ext cx="228600" cy="228600"/>
            <a:chOff x="0" y="0"/>
            <a:chExt cx="304800" cy="304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cubicBezTo>
                    <a:pt x="236601" y="0"/>
                    <a:pt x="304800" y="68199"/>
                    <a:pt x="304800" y="152400"/>
                  </a:cubicBezTo>
                  <a:cubicBezTo>
                    <a:pt x="304800" y="236601"/>
                    <a:pt x="236601" y="304800"/>
                    <a:pt x="152400" y="304800"/>
                  </a:cubicBezTo>
                  <a:cubicBezTo>
                    <a:pt x="68199" y="304800"/>
                    <a:pt x="0" y="236601"/>
                    <a:pt x="0" y="152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6975932" y="2936160"/>
            <a:ext cx="392338" cy="392339"/>
            <a:chOff x="0" y="0"/>
            <a:chExt cx="523118" cy="5231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3240" cy="523240"/>
            </a:xfrm>
            <a:custGeom>
              <a:avLst/>
              <a:gdLst/>
              <a:ahLst/>
              <a:cxnLst/>
              <a:rect l="l" t="t" r="r" b="b"/>
              <a:pathLst>
                <a:path w="523240" h="523240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cubicBezTo>
                    <a:pt x="406146" y="0"/>
                    <a:pt x="523240" y="117094"/>
                    <a:pt x="523240" y="261620"/>
                  </a:cubicBezTo>
                  <a:cubicBezTo>
                    <a:pt x="523240" y="406146"/>
                    <a:pt x="406146" y="523240"/>
                    <a:pt x="261620" y="523240"/>
                  </a:cubicBezTo>
                  <a:cubicBezTo>
                    <a:pt x="117094" y="523240"/>
                    <a:pt x="0" y="406019"/>
                    <a:pt x="0" y="26162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5324628" y="9524745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5"/>
                </a:lnTo>
                <a:lnTo>
                  <a:pt x="0" y="7622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499691" y="889647"/>
            <a:ext cx="3367144" cy="267839"/>
            <a:chOff x="0" y="0"/>
            <a:chExt cx="4489526" cy="357118"/>
          </a:xfrm>
        </p:grpSpPr>
        <p:sp>
          <p:nvSpPr>
            <p:cNvPr id="27" name="TextBox 27"/>
            <p:cNvSpPr txBox="1"/>
            <p:nvPr/>
          </p:nvSpPr>
          <p:spPr>
            <a:xfrm>
              <a:off x="0" y="26678"/>
              <a:ext cx="4489526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497B0"/>
                  </a:solidFill>
                  <a:latin typeface="Montserrat Ultra-Bold" panose="00000900000000000000"/>
                </a:rPr>
                <a:t>BUPT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64004" y="21448"/>
              <a:ext cx="12700" cy="335430"/>
            </a:xfrm>
            <a:prstGeom prst="line">
              <a:avLst/>
            </a:prstGeom>
            <a:ln w="12700" cap="rnd">
              <a:solidFill>
                <a:srgbClr val="8497B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51862" y="0"/>
              <a:ext cx="3137664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spc="320">
                  <a:solidFill>
                    <a:srgbClr val="8497B0"/>
                  </a:solidFill>
                  <a:ea typeface="思源黑体" panose="020B0500000000000000" charset="-122"/>
                </a:rPr>
                <a:t>厚德博学 敬业乐群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15799523" y="258586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7" name="文本框 36"/>
          <p:cNvSpPr txBox="1"/>
          <p:nvPr/>
        </p:nvSpPr>
        <p:spPr>
          <a:xfrm>
            <a:off x="1353820" y="6210300"/>
            <a:ext cx="4413250" cy="1445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571500" indent="-571500">
              <a:lnSpc>
                <a:spcPct val="140000"/>
              </a:lnSpc>
              <a:buFont typeface="Wingdings" panose="05000000000000000000" charset="0"/>
              <a:buChar char="n"/>
            </a:pPr>
            <a:r>
              <a:rPr lang="zh-CN" altLang="en-US" sz="36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汇报人：孙启航</a:t>
            </a:r>
          </a:p>
          <a:p>
            <a:pPr marL="571500" indent="-571500">
              <a:lnSpc>
                <a:spcPct val="140000"/>
              </a:lnSpc>
              <a:buFont typeface="Wingdings" panose="05000000000000000000" charset="0"/>
              <a:buChar char="n"/>
            </a:pPr>
            <a:r>
              <a:rPr lang="zh-CN" altLang="en-US" sz="36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时间：</a:t>
            </a:r>
            <a:r>
              <a:rPr lang="en-US" altLang="zh-CN" sz="36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lang="zh-CN" altLang="en-US" sz="36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36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lang="zh-CN" altLang="en-US" sz="36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</a:p>
        </p:txBody>
      </p:sp>
      <p:cxnSp>
        <p:nvCxnSpPr>
          <p:cNvPr id="86" name="直接连接符 85"/>
          <p:cNvCxnSpPr/>
          <p:nvPr/>
        </p:nvCxnSpPr>
        <p:spPr>
          <a:xfrm>
            <a:off x="1353820" y="5971540"/>
            <a:ext cx="1701800" cy="0"/>
          </a:xfrm>
          <a:prstGeom prst="line">
            <a:avLst/>
          </a:prstGeom>
          <a:ln>
            <a:solidFill>
              <a:srgbClr val="356A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Box 3"/>
          <p:cNvSpPr txBox="1"/>
          <p:nvPr>
            <p:custDataLst>
              <p:tags r:id="rId1"/>
            </p:custDataLst>
          </p:nvPr>
        </p:nvSpPr>
        <p:spPr>
          <a:xfrm>
            <a:off x="1288770" y="3347933"/>
            <a:ext cx="14408429" cy="1451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zh-CN" altLang="en-US" sz="66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宽带取样示波器的抖动分解与建模研究</a:t>
            </a:r>
            <a:endParaRPr lang="en-US" sz="6600" b="1" dirty="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>
            <p:custDataLst>
              <p:tags r:id="rId2"/>
            </p:custDataLst>
          </p:nvPr>
        </p:nvSpPr>
        <p:spPr>
          <a:xfrm>
            <a:off x="1394281" y="2552529"/>
            <a:ext cx="11816701" cy="84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5"/>
              </a:lnSpc>
            </a:pPr>
            <a:r>
              <a:rPr lang="en-US" sz="5495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北京邮电大学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525" y="5564982"/>
            <a:ext cx="5696790" cy="4731543"/>
          </a:xfrm>
          <a:custGeom>
            <a:avLst/>
            <a:gdLst/>
            <a:ahLst/>
            <a:cxnLst/>
            <a:rect l="l" t="t" r="r" b="b"/>
            <a:pathLst>
              <a:path w="5696790" h="4731543">
                <a:moveTo>
                  <a:pt x="0" y="0"/>
                </a:moveTo>
                <a:lnTo>
                  <a:pt x="5696790" y="0"/>
                </a:lnTo>
                <a:lnTo>
                  <a:pt x="5696790" y="4731543"/>
                </a:lnTo>
                <a:lnTo>
                  <a:pt x="0" y="473154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44952" y="0"/>
            <a:ext cx="10521780" cy="10287000"/>
          </a:xfrm>
          <a:custGeom>
            <a:avLst/>
            <a:gdLst/>
            <a:ahLst/>
            <a:cxnLst/>
            <a:rect l="l" t="t" r="r" b="b"/>
            <a:pathLst>
              <a:path w="10521780" h="10287000">
                <a:moveTo>
                  <a:pt x="0" y="0"/>
                </a:moveTo>
                <a:lnTo>
                  <a:pt x="10521780" y="0"/>
                </a:lnTo>
                <a:lnTo>
                  <a:pt x="10521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8B76398-B244-BADB-42D7-E4CD93D9CF4E}"/>
              </a:ext>
            </a:extLst>
          </p:cNvPr>
          <p:cNvGrpSpPr/>
          <p:nvPr/>
        </p:nvGrpSpPr>
        <p:grpSpPr>
          <a:xfrm>
            <a:off x="7211303" y="417224"/>
            <a:ext cx="9583252" cy="1540576"/>
            <a:chOff x="7211303" y="195142"/>
            <a:chExt cx="9583252" cy="1540576"/>
          </a:xfrm>
        </p:grpSpPr>
        <p:grpSp>
          <p:nvGrpSpPr>
            <p:cNvPr id="27" name="Group 27"/>
            <p:cNvGrpSpPr/>
            <p:nvPr>
              <p:custDataLst>
                <p:tags r:id="rId18"/>
              </p:custDataLst>
            </p:nvPr>
          </p:nvGrpSpPr>
          <p:grpSpPr>
            <a:xfrm>
              <a:off x="7211303" y="195142"/>
              <a:ext cx="9583252" cy="1343123"/>
              <a:chOff x="0" y="0"/>
              <a:chExt cx="6567178" cy="4815494"/>
            </a:xfrm>
          </p:grpSpPr>
          <p:sp>
            <p:nvSpPr>
              <p:cNvPr id="28" name="Freeform 28"/>
              <p:cNvSpPr/>
              <p:nvPr>
                <p:custDataLst>
                  <p:tags r:id="rId21"/>
                </p:custDataLst>
              </p:nvPr>
            </p:nvSpPr>
            <p:spPr>
              <a:xfrm>
                <a:off x="0" y="0"/>
                <a:ext cx="6567170" cy="4815459"/>
              </a:xfrm>
              <a:custGeom>
                <a:avLst/>
                <a:gdLst/>
                <a:ahLst/>
                <a:cxnLst/>
                <a:rect l="l" t="t" r="r" b="b"/>
                <a:pathLst>
                  <a:path w="6567170" h="4815459">
                    <a:moveTo>
                      <a:pt x="0" y="193548"/>
                    </a:moveTo>
                    <a:cubicBezTo>
                      <a:pt x="0" y="86614"/>
                      <a:pt x="86614" y="0"/>
                      <a:pt x="193548" y="0"/>
                    </a:cubicBezTo>
                    <a:lnTo>
                      <a:pt x="6373622" y="0"/>
                    </a:lnTo>
                    <a:cubicBezTo>
                      <a:pt x="6480556" y="0"/>
                      <a:pt x="6567170" y="86614"/>
                      <a:pt x="6567170" y="193548"/>
                    </a:cubicBezTo>
                    <a:lnTo>
                      <a:pt x="6567170" y="4621911"/>
                    </a:lnTo>
                    <a:cubicBezTo>
                      <a:pt x="6567170" y="4728845"/>
                      <a:pt x="6480556" y="4815459"/>
                      <a:pt x="6373622" y="4815459"/>
                    </a:cubicBezTo>
                    <a:lnTo>
                      <a:pt x="193548" y="4815459"/>
                    </a:lnTo>
                    <a:cubicBezTo>
                      <a:pt x="86614" y="4815459"/>
                      <a:pt x="0" y="4728845"/>
                      <a:pt x="0" y="462191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30" name="TextBox 30"/>
            <p:cNvSpPr txBox="1"/>
            <p:nvPr>
              <p:custDataLst>
                <p:tags r:id="rId19"/>
              </p:custDataLst>
            </p:nvPr>
          </p:nvSpPr>
          <p:spPr>
            <a:xfrm>
              <a:off x="10935433" y="632852"/>
              <a:ext cx="4161933" cy="11028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buClrTx/>
                <a:buSzTx/>
                <a:buFontTx/>
              </a:pPr>
              <a:r>
                <a:rPr lang="zh-CN" altLang="en-US" sz="4400" b="1" dirty="0">
                  <a:solidFill>
                    <a:srgbClr val="356AFF"/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研究背景与意义</a:t>
              </a:r>
            </a:p>
            <a:p>
              <a:pPr algn="l">
                <a:lnSpc>
                  <a:spcPts val="4320"/>
                </a:lnSpc>
                <a:buClrTx/>
                <a:buSzTx/>
                <a:buFontTx/>
              </a:pPr>
              <a:endParaRPr lang="en-US" sz="44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>
              <p:custDataLst>
                <p:tags r:id="rId20"/>
              </p:custDataLst>
            </p:nvPr>
          </p:nvSpPr>
          <p:spPr>
            <a:xfrm>
              <a:off x="7924800" y="737047"/>
              <a:ext cx="917638" cy="447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400" dirty="0">
                  <a:solidFill>
                    <a:srgbClr val="356AFF"/>
                  </a:solidFill>
                  <a:latin typeface="Montserrat Ultra-Bold" panose="00000900000000000000"/>
                </a:rPr>
                <a:t>01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403510" y="1724502"/>
            <a:ext cx="4335604" cy="1246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93445" y="2931270"/>
            <a:ext cx="209466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8497B0"/>
                </a:solidFill>
                <a:latin typeface="Montserrat Ultra-Bold" panose="00000900000000000000"/>
              </a:rPr>
              <a:t>CONTENTS</a:t>
            </a:r>
          </a:p>
        </p:txBody>
      </p:sp>
      <p:sp>
        <p:nvSpPr>
          <p:cNvPr id="38" name="AutoShape 38"/>
          <p:cNvSpPr/>
          <p:nvPr/>
        </p:nvSpPr>
        <p:spPr>
          <a:xfrm flipV="1">
            <a:off x="1584603" y="3567177"/>
            <a:ext cx="584804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39"/>
          <p:cNvGrpSpPr/>
          <p:nvPr/>
        </p:nvGrpSpPr>
        <p:grpSpPr>
          <a:xfrm>
            <a:off x="4742740" y="6551644"/>
            <a:ext cx="392338" cy="392338"/>
            <a:chOff x="0" y="0"/>
            <a:chExt cx="523118" cy="52311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23240" cy="523240"/>
            </a:xfrm>
            <a:custGeom>
              <a:avLst/>
              <a:gdLst/>
              <a:ahLst/>
              <a:cxnLst/>
              <a:rect l="l" t="t" r="r" b="b"/>
              <a:pathLst>
                <a:path w="523240" h="523240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cubicBezTo>
                    <a:pt x="406146" y="0"/>
                    <a:pt x="523240" y="117094"/>
                    <a:pt x="523240" y="261620"/>
                  </a:cubicBezTo>
                  <a:cubicBezTo>
                    <a:pt x="523240" y="406146"/>
                    <a:pt x="406146" y="523240"/>
                    <a:pt x="261620" y="523240"/>
                  </a:cubicBezTo>
                  <a:cubicBezTo>
                    <a:pt x="117094" y="523240"/>
                    <a:pt x="0" y="406019"/>
                    <a:pt x="0" y="26162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5310742" y="3894660"/>
            <a:ext cx="569742" cy="569742"/>
            <a:chOff x="0" y="0"/>
            <a:chExt cx="759656" cy="75965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75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6B8CA011-6E66-F575-677C-2550A00ACB0B}"/>
              </a:ext>
            </a:extLst>
          </p:cNvPr>
          <p:cNvGrpSpPr/>
          <p:nvPr/>
        </p:nvGrpSpPr>
        <p:grpSpPr>
          <a:xfrm>
            <a:off x="7211303" y="2286009"/>
            <a:ext cx="9583252" cy="1540576"/>
            <a:chOff x="7211303" y="195142"/>
            <a:chExt cx="9583252" cy="1540576"/>
          </a:xfrm>
        </p:grpSpPr>
        <p:grpSp>
          <p:nvGrpSpPr>
            <p:cNvPr id="59" name="Group 27">
              <a:extLst>
                <a:ext uri="{FF2B5EF4-FFF2-40B4-BE49-F238E27FC236}">
                  <a16:creationId xmlns:a16="http://schemas.microsoft.com/office/drawing/2014/main" id="{C0036359-D0B3-7CB1-4779-0C0191FC06F5}"/>
                </a:ext>
              </a:extLst>
            </p:cNvPr>
            <p:cNvGrpSpPr/>
            <p:nvPr>
              <p:custDataLst>
                <p:tags r:id="rId14"/>
              </p:custDataLst>
            </p:nvPr>
          </p:nvGrpSpPr>
          <p:grpSpPr>
            <a:xfrm>
              <a:off x="7211303" y="195142"/>
              <a:ext cx="9583252" cy="1343123"/>
              <a:chOff x="0" y="0"/>
              <a:chExt cx="6567178" cy="4815494"/>
            </a:xfrm>
          </p:grpSpPr>
          <p:sp>
            <p:nvSpPr>
              <p:cNvPr id="62" name="Freeform 28">
                <a:extLst>
                  <a:ext uri="{FF2B5EF4-FFF2-40B4-BE49-F238E27FC236}">
                    <a16:creationId xmlns:a16="http://schemas.microsoft.com/office/drawing/2014/main" id="{5289D73B-2C1C-59AC-042F-87D9D14D0B57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0" y="0"/>
                <a:ext cx="6567170" cy="4815459"/>
              </a:xfrm>
              <a:custGeom>
                <a:avLst/>
                <a:gdLst/>
                <a:ahLst/>
                <a:cxnLst/>
                <a:rect l="l" t="t" r="r" b="b"/>
                <a:pathLst>
                  <a:path w="6567170" h="4815459">
                    <a:moveTo>
                      <a:pt x="0" y="193548"/>
                    </a:moveTo>
                    <a:cubicBezTo>
                      <a:pt x="0" y="86614"/>
                      <a:pt x="86614" y="0"/>
                      <a:pt x="193548" y="0"/>
                    </a:cubicBezTo>
                    <a:lnTo>
                      <a:pt x="6373622" y="0"/>
                    </a:lnTo>
                    <a:cubicBezTo>
                      <a:pt x="6480556" y="0"/>
                      <a:pt x="6567170" y="86614"/>
                      <a:pt x="6567170" y="193548"/>
                    </a:cubicBezTo>
                    <a:lnTo>
                      <a:pt x="6567170" y="4621911"/>
                    </a:lnTo>
                    <a:cubicBezTo>
                      <a:pt x="6567170" y="4728845"/>
                      <a:pt x="6480556" y="4815459"/>
                      <a:pt x="6373622" y="4815459"/>
                    </a:cubicBezTo>
                    <a:lnTo>
                      <a:pt x="193548" y="4815459"/>
                    </a:lnTo>
                    <a:cubicBezTo>
                      <a:pt x="86614" y="4815459"/>
                      <a:pt x="0" y="4728845"/>
                      <a:pt x="0" y="462191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60" name="TextBox 30">
              <a:extLst>
                <a:ext uri="{FF2B5EF4-FFF2-40B4-BE49-F238E27FC236}">
                  <a16:creationId xmlns:a16="http://schemas.microsoft.com/office/drawing/2014/main" id="{A4747CC3-F3CD-8E7A-E216-0F98A336646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0935433" y="632852"/>
              <a:ext cx="4161933" cy="11028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buClrTx/>
                <a:buSzTx/>
                <a:buFontTx/>
              </a:pPr>
              <a:r>
                <a:rPr lang="zh-CN" altLang="en-US" sz="4400" b="1" dirty="0">
                  <a:solidFill>
                    <a:srgbClr val="356AFF"/>
                  </a:solidFill>
                  <a:latin typeface="微软雅黑" panose="020B0503020204020204" charset="-122"/>
                  <a:ea typeface="微软雅黑" panose="020B0503020204020204" charset="-122"/>
                </a:rPr>
                <a:t>国内外研究现状</a:t>
              </a:r>
            </a:p>
            <a:p>
              <a:pPr algn="l">
                <a:lnSpc>
                  <a:spcPts val="4320"/>
                </a:lnSpc>
                <a:buClrTx/>
                <a:buSzTx/>
                <a:buFontTx/>
              </a:pPr>
              <a:endParaRPr lang="en-US" sz="44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TextBox 33">
              <a:extLst>
                <a:ext uri="{FF2B5EF4-FFF2-40B4-BE49-F238E27FC236}">
                  <a16:creationId xmlns:a16="http://schemas.microsoft.com/office/drawing/2014/main" id="{8CA7BF56-6CAF-CE0D-5E11-6CED5BFF64B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7924800" y="737047"/>
              <a:ext cx="917638" cy="447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400" dirty="0">
                  <a:solidFill>
                    <a:srgbClr val="356AFF"/>
                  </a:solidFill>
                  <a:latin typeface="Montserrat Ultra-Bold" panose="00000900000000000000"/>
                </a:rPr>
                <a:t>01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2971519-FDB4-E72C-EC8B-13C39408989D}"/>
              </a:ext>
            </a:extLst>
          </p:cNvPr>
          <p:cNvGrpSpPr/>
          <p:nvPr/>
        </p:nvGrpSpPr>
        <p:grpSpPr>
          <a:xfrm>
            <a:off x="7203671" y="4183727"/>
            <a:ext cx="9583252" cy="1540576"/>
            <a:chOff x="7211303" y="195142"/>
            <a:chExt cx="9583252" cy="1540576"/>
          </a:xfrm>
        </p:grpSpPr>
        <p:grpSp>
          <p:nvGrpSpPr>
            <p:cNvPr id="64" name="Group 27">
              <a:extLst>
                <a:ext uri="{FF2B5EF4-FFF2-40B4-BE49-F238E27FC236}">
                  <a16:creationId xmlns:a16="http://schemas.microsoft.com/office/drawing/2014/main" id="{080E52B3-95B9-EE35-7082-762D3160B12D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>
              <a:off x="7211303" y="195142"/>
              <a:ext cx="9583252" cy="1343123"/>
              <a:chOff x="0" y="0"/>
              <a:chExt cx="6567178" cy="4815494"/>
            </a:xfrm>
          </p:grpSpPr>
          <p:sp>
            <p:nvSpPr>
              <p:cNvPr id="67" name="Freeform 28">
                <a:extLst>
                  <a:ext uri="{FF2B5EF4-FFF2-40B4-BE49-F238E27FC236}">
                    <a16:creationId xmlns:a16="http://schemas.microsoft.com/office/drawing/2014/main" id="{0628FBED-CF85-1CA1-CAEB-E3F374C82243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0" y="0"/>
                <a:ext cx="6567170" cy="4815459"/>
              </a:xfrm>
              <a:custGeom>
                <a:avLst/>
                <a:gdLst/>
                <a:ahLst/>
                <a:cxnLst/>
                <a:rect l="l" t="t" r="r" b="b"/>
                <a:pathLst>
                  <a:path w="6567170" h="4815459">
                    <a:moveTo>
                      <a:pt x="0" y="193548"/>
                    </a:moveTo>
                    <a:cubicBezTo>
                      <a:pt x="0" y="86614"/>
                      <a:pt x="86614" y="0"/>
                      <a:pt x="193548" y="0"/>
                    </a:cubicBezTo>
                    <a:lnTo>
                      <a:pt x="6373622" y="0"/>
                    </a:lnTo>
                    <a:cubicBezTo>
                      <a:pt x="6480556" y="0"/>
                      <a:pt x="6567170" y="86614"/>
                      <a:pt x="6567170" y="193548"/>
                    </a:cubicBezTo>
                    <a:lnTo>
                      <a:pt x="6567170" y="4621911"/>
                    </a:lnTo>
                    <a:cubicBezTo>
                      <a:pt x="6567170" y="4728845"/>
                      <a:pt x="6480556" y="4815459"/>
                      <a:pt x="6373622" y="4815459"/>
                    </a:cubicBezTo>
                    <a:lnTo>
                      <a:pt x="193548" y="4815459"/>
                    </a:lnTo>
                    <a:cubicBezTo>
                      <a:pt x="86614" y="4815459"/>
                      <a:pt x="0" y="4728845"/>
                      <a:pt x="0" y="462191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65" name="TextBox 30">
              <a:extLst>
                <a:ext uri="{FF2B5EF4-FFF2-40B4-BE49-F238E27FC236}">
                  <a16:creationId xmlns:a16="http://schemas.microsoft.com/office/drawing/2014/main" id="{8A1B554D-4C6D-A0BA-43BC-88D386F1F30F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10935433" y="632852"/>
              <a:ext cx="4161933" cy="11028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buClrTx/>
                <a:buSzTx/>
                <a:buFontTx/>
              </a:pPr>
              <a:r>
                <a:rPr lang="zh-CN" altLang="en-US" sz="4400" b="1" dirty="0">
                  <a:solidFill>
                    <a:srgbClr val="356AFF"/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研究内容与目标</a:t>
              </a:r>
            </a:p>
            <a:p>
              <a:pPr algn="l">
                <a:lnSpc>
                  <a:spcPts val="4320"/>
                </a:lnSpc>
                <a:buClrTx/>
                <a:buSzTx/>
                <a:buFontTx/>
              </a:pPr>
              <a:endParaRPr lang="zh-CN" altLang="en-US" sz="44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TextBox 33">
              <a:extLst>
                <a:ext uri="{FF2B5EF4-FFF2-40B4-BE49-F238E27FC236}">
                  <a16:creationId xmlns:a16="http://schemas.microsoft.com/office/drawing/2014/main" id="{109D510D-5EF2-F270-4E6B-98955FEB8C84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7924800" y="737047"/>
              <a:ext cx="917638" cy="447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400" dirty="0">
                  <a:solidFill>
                    <a:srgbClr val="356AFF"/>
                  </a:solidFill>
                  <a:latin typeface="Montserrat Ultra-Bold" panose="00000900000000000000"/>
                </a:rPr>
                <a:t>01</a:t>
              </a: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44B962FD-1E43-E212-4660-A6EAA1EBF3C1}"/>
              </a:ext>
            </a:extLst>
          </p:cNvPr>
          <p:cNvGrpSpPr/>
          <p:nvPr/>
        </p:nvGrpSpPr>
        <p:grpSpPr>
          <a:xfrm>
            <a:off x="7174909" y="6075593"/>
            <a:ext cx="9583252" cy="1540576"/>
            <a:chOff x="7211303" y="195142"/>
            <a:chExt cx="9583252" cy="1540576"/>
          </a:xfrm>
        </p:grpSpPr>
        <p:grpSp>
          <p:nvGrpSpPr>
            <p:cNvPr id="74" name="Group 27">
              <a:extLst>
                <a:ext uri="{FF2B5EF4-FFF2-40B4-BE49-F238E27FC236}">
                  <a16:creationId xmlns:a16="http://schemas.microsoft.com/office/drawing/2014/main" id="{F9ADFE8C-8E8B-A450-D473-3E1FF1A2A297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7211303" y="195142"/>
              <a:ext cx="9583252" cy="1343123"/>
              <a:chOff x="0" y="0"/>
              <a:chExt cx="6567178" cy="4815494"/>
            </a:xfrm>
          </p:grpSpPr>
          <p:sp>
            <p:nvSpPr>
              <p:cNvPr id="78" name="Freeform 28">
                <a:extLst>
                  <a:ext uri="{FF2B5EF4-FFF2-40B4-BE49-F238E27FC236}">
                    <a16:creationId xmlns:a16="http://schemas.microsoft.com/office/drawing/2014/main" id="{6C149C77-A254-E6DC-4D8E-08CDBE8699AF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0" y="0"/>
                <a:ext cx="6567170" cy="4815459"/>
              </a:xfrm>
              <a:custGeom>
                <a:avLst/>
                <a:gdLst/>
                <a:ahLst/>
                <a:cxnLst/>
                <a:rect l="l" t="t" r="r" b="b"/>
                <a:pathLst>
                  <a:path w="6567170" h="4815459">
                    <a:moveTo>
                      <a:pt x="0" y="193548"/>
                    </a:moveTo>
                    <a:cubicBezTo>
                      <a:pt x="0" y="86614"/>
                      <a:pt x="86614" y="0"/>
                      <a:pt x="193548" y="0"/>
                    </a:cubicBezTo>
                    <a:lnTo>
                      <a:pt x="6373622" y="0"/>
                    </a:lnTo>
                    <a:cubicBezTo>
                      <a:pt x="6480556" y="0"/>
                      <a:pt x="6567170" y="86614"/>
                      <a:pt x="6567170" y="193548"/>
                    </a:cubicBezTo>
                    <a:lnTo>
                      <a:pt x="6567170" y="4621911"/>
                    </a:lnTo>
                    <a:cubicBezTo>
                      <a:pt x="6567170" y="4728845"/>
                      <a:pt x="6480556" y="4815459"/>
                      <a:pt x="6373622" y="4815459"/>
                    </a:cubicBezTo>
                    <a:lnTo>
                      <a:pt x="193548" y="4815459"/>
                    </a:lnTo>
                    <a:cubicBezTo>
                      <a:pt x="86614" y="4815459"/>
                      <a:pt x="0" y="4728845"/>
                      <a:pt x="0" y="462191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76" name="TextBox 30">
              <a:extLst>
                <a:ext uri="{FF2B5EF4-FFF2-40B4-BE49-F238E27FC236}">
                  <a16:creationId xmlns:a16="http://schemas.microsoft.com/office/drawing/2014/main" id="{3B1D6A75-C274-9CA6-B1F8-ECC08A2DAE46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10935433" y="632852"/>
              <a:ext cx="4161933" cy="11028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buClrTx/>
                <a:buSzTx/>
                <a:buFontTx/>
              </a:pPr>
              <a:r>
                <a:rPr lang="zh-CN" altLang="en-US" sz="4400" b="1" dirty="0">
                  <a:solidFill>
                    <a:srgbClr val="356AFF"/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研究方法与创新</a:t>
              </a:r>
            </a:p>
            <a:p>
              <a:pPr algn="l">
                <a:lnSpc>
                  <a:spcPts val="4320"/>
                </a:lnSpc>
                <a:buClrTx/>
                <a:buSzTx/>
                <a:buFontTx/>
              </a:pPr>
              <a:endParaRPr lang="en-US" sz="44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TextBox 33">
              <a:extLst>
                <a:ext uri="{FF2B5EF4-FFF2-40B4-BE49-F238E27FC236}">
                  <a16:creationId xmlns:a16="http://schemas.microsoft.com/office/drawing/2014/main" id="{A32C5100-466C-2D35-03D3-92C7101A55F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7924800" y="737047"/>
              <a:ext cx="917638" cy="447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400" dirty="0">
                  <a:solidFill>
                    <a:srgbClr val="356AFF"/>
                  </a:solidFill>
                  <a:latin typeface="Montserrat Ultra-Bold" panose="00000900000000000000"/>
                </a:rPr>
                <a:t>01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6D0D8AF3-6A04-8189-317F-545F265DB060}"/>
              </a:ext>
            </a:extLst>
          </p:cNvPr>
          <p:cNvGrpSpPr/>
          <p:nvPr/>
        </p:nvGrpSpPr>
        <p:grpSpPr>
          <a:xfrm>
            <a:off x="7211303" y="7971440"/>
            <a:ext cx="9583252" cy="1540576"/>
            <a:chOff x="7211303" y="195142"/>
            <a:chExt cx="9583252" cy="1540576"/>
          </a:xfrm>
        </p:grpSpPr>
        <p:grpSp>
          <p:nvGrpSpPr>
            <p:cNvPr id="80" name="Group 27">
              <a:extLst>
                <a:ext uri="{FF2B5EF4-FFF2-40B4-BE49-F238E27FC236}">
                  <a16:creationId xmlns:a16="http://schemas.microsoft.com/office/drawing/2014/main" id="{32505517-6421-A0E4-BDAA-E59B8F47C147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7211303" y="195142"/>
              <a:ext cx="9583252" cy="1343123"/>
              <a:chOff x="0" y="0"/>
              <a:chExt cx="6567178" cy="4815494"/>
            </a:xfrm>
          </p:grpSpPr>
          <p:sp>
            <p:nvSpPr>
              <p:cNvPr id="83" name="Freeform 28">
                <a:extLst>
                  <a:ext uri="{FF2B5EF4-FFF2-40B4-BE49-F238E27FC236}">
                    <a16:creationId xmlns:a16="http://schemas.microsoft.com/office/drawing/2014/main" id="{A41600C5-D3D2-0315-2B0B-6E2766665BDF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0" y="0"/>
                <a:ext cx="6567170" cy="4815459"/>
              </a:xfrm>
              <a:custGeom>
                <a:avLst/>
                <a:gdLst/>
                <a:ahLst/>
                <a:cxnLst/>
                <a:rect l="l" t="t" r="r" b="b"/>
                <a:pathLst>
                  <a:path w="6567170" h="4815459">
                    <a:moveTo>
                      <a:pt x="0" y="193548"/>
                    </a:moveTo>
                    <a:cubicBezTo>
                      <a:pt x="0" y="86614"/>
                      <a:pt x="86614" y="0"/>
                      <a:pt x="193548" y="0"/>
                    </a:cubicBezTo>
                    <a:lnTo>
                      <a:pt x="6373622" y="0"/>
                    </a:lnTo>
                    <a:cubicBezTo>
                      <a:pt x="6480556" y="0"/>
                      <a:pt x="6567170" y="86614"/>
                      <a:pt x="6567170" y="193548"/>
                    </a:cubicBezTo>
                    <a:lnTo>
                      <a:pt x="6567170" y="4621911"/>
                    </a:lnTo>
                    <a:cubicBezTo>
                      <a:pt x="6567170" y="4728845"/>
                      <a:pt x="6480556" y="4815459"/>
                      <a:pt x="6373622" y="4815459"/>
                    </a:cubicBezTo>
                    <a:lnTo>
                      <a:pt x="193548" y="4815459"/>
                    </a:lnTo>
                    <a:cubicBezTo>
                      <a:pt x="86614" y="4815459"/>
                      <a:pt x="0" y="4728845"/>
                      <a:pt x="0" y="462191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81" name="TextBox 30">
              <a:extLst>
                <a:ext uri="{FF2B5EF4-FFF2-40B4-BE49-F238E27FC236}">
                  <a16:creationId xmlns:a16="http://schemas.microsoft.com/office/drawing/2014/main" id="{862C3476-F41C-D32B-D7EB-250854A4254B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0935433" y="632852"/>
              <a:ext cx="4161933" cy="11028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  <a:buClrTx/>
                <a:buSzTx/>
                <a:buFontTx/>
              </a:pPr>
              <a:r>
                <a:rPr lang="zh-CN" altLang="en-US" sz="4400" b="1" dirty="0">
                  <a:solidFill>
                    <a:srgbClr val="356AFF"/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研究进度安排</a:t>
              </a:r>
            </a:p>
            <a:p>
              <a:pPr algn="l">
                <a:lnSpc>
                  <a:spcPts val="4320"/>
                </a:lnSpc>
                <a:buClrTx/>
                <a:buSzTx/>
                <a:buFontTx/>
              </a:pPr>
              <a:endParaRPr lang="en-US" sz="4400" b="1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2" name="TextBox 33">
              <a:extLst>
                <a:ext uri="{FF2B5EF4-FFF2-40B4-BE49-F238E27FC236}">
                  <a16:creationId xmlns:a16="http://schemas.microsoft.com/office/drawing/2014/main" id="{13B4B7D3-8D00-787A-88DD-20BD557B300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924800" y="737047"/>
              <a:ext cx="917638" cy="447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4400" dirty="0">
                  <a:solidFill>
                    <a:srgbClr val="356AFF"/>
                  </a:solidFill>
                  <a:latin typeface="Montserrat Ultra-Bold" panose="00000900000000000000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/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50397" y="4944540"/>
            <a:ext cx="10787204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zh-CN" altLang="en-US" sz="12000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研究背景与意义</a:t>
            </a:r>
          </a:p>
          <a:p>
            <a:pPr algn="ctr">
              <a:lnSpc>
                <a:spcPts val="14400"/>
              </a:lnSpc>
            </a:pPr>
            <a:endParaRPr lang="en-US" sz="12000" dirty="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628964" y="2390905"/>
            <a:ext cx="9030070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0"/>
              </a:lnSpc>
            </a:pPr>
            <a:r>
              <a:rPr lang="en-US" sz="17250" dirty="0">
                <a:solidFill>
                  <a:srgbClr val="8497B0"/>
                </a:solidFill>
                <a:latin typeface="Arial Black" panose="020B0A04020102020204" pitchFamily="34" charset="0"/>
              </a:rPr>
              <a:t>01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50C8B-CF28-D02E-93BA-7C6D43747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>
            <a:extLst>
              <a:ext uri="{FF2B5EF4-FFF2-40B4-BE49-F238E27FC236}">
                <a16:creationId xmlns:a16="http://schemas.microsoft.com/office/drawing/2014/main" id="{967A89EC-51E9-C3E7-7CD1-CC9CA859AEB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09B3D-303F-C1D9-A37D-C0DDD931C239}"/>
              </a:ext>
            </a:extLst>
          </p:cNvPr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D6BC8EE-D345-58C5-645C-626A1A46153D}"/>
                </a:ext>
              </a:extLst>
            </p:cNvPr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C1B75DDE-77AC-8389-8F7E-70520A90E642}"/>
              </a:ext>
            </a:extLst>
          </p:cNvPr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28D235D-1EDD-6FBD-562C-D6A17A4ECA84}"/>
              </a:ext>
            </a:extLst>
          </p:cNvPr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98D0707-DEC7-3271-90F6-B4F0903D956A}"/>
              </a:ext>
            </a:extLst>
          </p:cNvPr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BB8CF22-6E09-A53B-6CCD-1E73D82CB074}"/>
              </a:ext>
            </a:extLst>
          </p:cNvPr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F8B70FB-B085-2745-0D34-1530FD54563B}"/>
                </a:ext>
              </a:extLst>
            </p:cNvPr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A69E252-153A-487F-BFED-61FBB822E1F6}"/>
              </a:ext>
            </a:extLst>
          </p:cNvPr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8AF9FBC-00FF-7892-4C4C-431CD7D3131B}"/>
              </a:ext>
            </a:extLst>
          </p:cNvPr>
          <p:cNvSpPr txBox="1"/>
          <p:nvPr/>
        </p:nvSpPr>
        <p:spPr>
          <a:xfrm>
            <a:off x="3750397" y="4944540"/>
            <a:ext cx="10787204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zh-CN" altLang="en-US" sz="12000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国内外研究现状</a:t>
            </a:r>
          </a:p>
          <a:p>
            <a:pPr algn="ctr">
              <a:lnSpc>
                <a:spcPts val="14400"/>
              </a:lnSpc>
            </a:pPr>
            <a:endParaRPr lang="zh-CN" altLang="en-US" sz="12000" dirty="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4400"/>
              </a:lnSpc>
            </a:pPr>
            <a:endParaRPr lang="en-US" sz="12000" dirty="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8B4F697-A7FE-9BB5-1E73-22A682486797}"/>
              </a:ext>
            </a:extLst>
          </p:cNvPr>
          <p:cNvSpPr txBox="1"/>
          <p:nvPr/>
        </p:nvSpPr>
        <p:spPr>
          <a:xfrm>
            <a:off x="4628964" y="2390905"/>
            <a:ext cx="9030070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0"/>
              </a:lnSpc>
            </a:pPr>
            <a:r>
              <a:rPr lang="en-US" sz="17250" dirty="0">
                <a:solidFill>
                  <a:srgbClr val="8497B0"/>
                </a:solidFill>
                <a:latin typeface="Arial Black" panose="020B0A04020102020204" pitchFamily="34" charset="0"/>
              </a:rPr>
              <a:t>02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6C59FA2-0948-CC32-162F-D09CDE325854}"/>
              </a:ext>
            </a:extLst>
          </p:cNvPr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9E09A4A-BA3C-F378-E67F-5A7DB64FF011}"/>
                </a:ext>
              </a:extLst>
            </p:cNvPr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50A870C-5AAF-4081-69CD-8C8E9E7299A1}"/>
              </a:ext>
            </a:extLst>
          </p:cNvPr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1A83D05-1D98-29AF-9EFC-DFE43E5098D2}"/>
                </a:ext>
              </a:extLst>
            </p:cNvPr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2187474-8464-D1CE-79B8-0B2FDC5444E5}"/>
              </a:ext>
            </a:extLst>
          </p:cNvPr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7C42949-BD0E-4D0D-CA78-BE307F6829F2}"/>
                </a:ext>
              </a:extLst>
            </p:cNvPr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>
            <a:extLst>
              <a:ext uri="{FF2B5EF4-FFF2-40B4-BE49-F238E27FC236}">
                <a16:creationId xmlns:a16="http://schemas.microsoft.com/office/drawing/2014/main" id="{4B052600-0E43-D963-EAE8-5AD83ABAFF9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09649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4E3EC-B1EC-3372-9BD4-CC4C5C86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>
            <a:extLst>
              <a:ext uri="{FF2B5EF4-FFF2-40B4-BE49-F238E27FC236}">
                <a16:creationId xmlns:a16="http://schemas.microsoft.com/office/drawing/2014/main" id="{B14BE6AA-C798-F520-194B-85ADC84EFBC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6C5A8911-F62A-8709-7E3B-C36426F7943F}"/>
              </a:ext>
            </a:extLst>
          </p:cNvPr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93DB38D-0181-8940-3D6A-2536FE69E840}"/>
                </a:ext>
              </a:extLst>
            </p:cNvPr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6DD2A337-7C9F-341C-5F99-37EC30EBA50C}"/>
              </a:ext>
            </a:extLst>
          </p:cNvPr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3796BF8-D1BD-6EFB-973A-E3C00F68B2E3}"/>
              </a:ext>
            </a:extLst>
          </p:cNvPr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9231FF2-E574-DA5E-6285-C6BCF5DD8170}"/>
              </a:ext>
            </a:extLst>
          </p:cNvPr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2230A78-4AC1-A5EB-FAEF-78FE9C49DC8B}"/>
              </a:ext>
            </a:extLst>
          </p:cNvPr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9102A88-FA60-B430-2212-AD3ACDBF15F1}"/>
                </a:ext>
              </a:extLst>
            </p:cNvPr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8B314C5-0DE0-A2B2-6DF9-28214F23A54F}"/>
              </a:ext>
            </a:extLst>
          </p:cNvPr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6C3092-8AE7-5AD6-7420-C3B421E3BE4C}"/>
              </a:ext>
            </a:extLst>
          </p:cNvPr>
          <p:cNvSpPr txBox="1"/>
          <p:nvPr/>
        </p:nvSpPr>
        <p:spPr>
          <a:xfrm>
            <a:off x="3750397" y="4944540"/>
            <a:ext cx="10787204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zh-CN" altLang="en-US" sz="12000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研究内容与目标</a:t>
            </a:r>
          </a:p>
          <a:p>
            <a:pPr algn="ctr">
              <a:lnSpc>
                <a:spcPts val="14400"/>
              </a:lnSpc>
            </a:pPr>
            <a:endParaRPr lang="zh-CN" altLang="en-US" sz="12000" dirty="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4400"/>
              </a:lnSpc>
            </a:pPr>
            <a:endParaRPr lang="en-US" sz="12000" dirty="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9DC6AE7-AF0E-5FB1-255F-CEFDC6653CA2}"/>
              </a:ext>
            </a:extLst>
          </p:cNvPr>
          <p:cNvSpPr txBox="1"/>
          <p:nvPr/>
        </p:nvSpPr>
        <p:spPr>
          <a:xfrm>
            <a:off x="4628964" y="2390905"/>
            <a:ext cx="9030070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0"/>
              </a:lnSpc>
            </a:pPr>
            <a:r>
              <a:rPr lang="en-US" sz="17250" dirty="0">
                <a:solidFill>
                  <a:srgbClr val="8497B0"/>
                </a:solidFill>
                <a:latin typeface="Arial Black" panose="020B0A04020102020204" pitchFamily="34" charset="0"/>
              </a:rPr>
              <a:t>03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2EAF35D-2263-9019-CF00-319039036B5F}"/>
              </a:ext>
            </a:extLst>
          </p:cNvPr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12D17BD-6119-1252-F353-5D167A9A80B9}"/>
                </a:ext>
              </a:extLst>
            </p:cNvPr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0A94F11-9A98-F797-3CA3-45E336E2114C}"/>
              </a:ext>
            </a:extLst>
          </p:cNvPr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5AB7EFB-8B3D-C721-05B2-667F66A2FE92}"/>
                </a:ext>
              </a:extLst>
            </p:cNvPr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ADA4DD7B-9EE6-1D2F-A0BA-F739C1B42427}"/>
              </a:ext>
            </a:extLst>
          </p:cNvPr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F6256CA-1CC6-6E55-A3C7-FB7A498D568E}"/>
                </a:ext>
              </a:extLst>
            </p:cNvPr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>
            <a:extLst>
              <a:ext uri="{FF2B5EF4-FFF2-40B4-BE49-F238E27FC236}">
                <a16:creationId xmlns:a16="http://schemas.microsoft.com/office/drawing/2014/main" id="{C970EF90-18BD-92A5-B298-0205CC94087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86754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0371-7A83-69DA-95DC-809D6836A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>
            <a:extLst>
              <a:ext uri="{FF2B5EF4-FFF2-40B4-BE49-F238E27FC236}">
                <a16:creationId xmlns:a16="http://schemas.microsoft.com/office/drawing/2014/main" id="{FC121C2C-601D-D95E-6048-D731AB4F29B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F8DB207-A9FE-8E60-741E-FA73BEE4EB74}"/>
              </a:ext>
            </a:extLst>
          </p:cNvPr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0F52D86-E0E5-5242-C0D1-01B1EFEBE548}"/>
                </a:ext>
              </a:extLst>
            </p:cNvPr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6968722A-ADDF-F0E3-5FE6-F46521B7F476}"/>
              </a:ext>
            </a:extLst>
          </p:cNvPr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00A2A98-2B9D-8CE6-82DD-AE217CDACAE3}"/>
              </a:ext>
            </a:extLst>
          </p:cNvPr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D807932-0C7F-AB91-35D9-ED766B3AEEED}"/>
              </a:ext>
            </a:extLst>
          </p:cNvPr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C2C8941E-2454-FA0B-E55A-259E9B2B0F49}"/>
              </a:ext>
            </a:extLst>
          </p:cNvPr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68E635E-B28A-E9FF-8A82-D0B44E6830CE}"/>
                </a:ext>
              </a:extLst>
            </p:cNvPr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E3763DD-BE64-4D63-415C-35AA9661113D}"/>
              </a:ext>
            </a:extLst>
          </p:cNvPr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B3C16F3-1FD5-60C0-B2D1-731954FBFCE5}"/>
              </a:ext>
            </a:extLst>
          </p:cNvPr>
          <p:cNvSpPr txBox="1"/>
          <p:nvPr/>
        </p:nvSpPr>
        <p:spPr>
          <a:xfrm>
            <a:off x="3750397" y="4944540"/>
            <a:ext cx="10787204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zh-CN" altLang="en-US" sz="12000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研究方法与创新</a:t>
            </a:r>
          </a:p>
          <a:p>
            <a:pPr algn="ctr">
              <a:lnSpc>
                <a:spcPts val="14400"/>
              </a:lnSpc>
            </a:pPr>
            <a:endParaRPr lang="en-US" sz="12000" dirty="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751B7C2-6331-12AC-728E-1162E67ACD5D}"/>
              </a:ext>
            </a:extLst>
          </p:cNvPr>
          <p:cNvSpPr txBox="1"/>
          <p:nvPr/>
        </p:nvSpPr>
        <p:spPr>
          <a:xfrm>
            <a:off x="4628964" y="2390905"/>
            <a:ext cx="9030070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0"/>
              </a:lnSpc>
            </a:pPr>
            <a:r>
              <a:rPr lang="en-US" sz="17250" dirty="0">
                <a:solidFill>
                  <a:srgbClr val="8497B0"/>
                </a:solidFill>
                <a:latin typeface="Arial Black" panose="020B0A04020102020204" pitchFamily="34" charset="0"/>
              </a:rPr>
              <a:t>04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BE79669-F63B-5A5F-85BB-559B0C5957EC}"/>
              </a:ext>
            </a:extLst>
          </p:cNvPr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1961F6F-B678-2559-572D-A1D189A27DB8}"/>
                </a:ext>
              </a:extLst>
            </p:cNvPr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44CBCE1-2859-F6FF-B006-441085F6AF59}"/>
              </a:ext>
            </a:extLst>
          </p:cNvPr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CD48D67-BFAF-B626-78FC-E586E6BBFCDF}"/>
                </a:ext>
              </a:extLst>
            </p:cNvPr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D195D01-F4C4-2B6E-AE0E-01663907F724}"/>
              </a:ext>
            </a:extLst>
          </p:cNvPr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6A76B80E-E85A-05F4-1793-E58126CD4D74}"/>
                </a:ext>
              </a:extLst>
            </p:cNvPr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>
            <a:extLst>
              <a:ext uri="{FF2B5EF4-FFF2-40B4-BE49-F238E27FC236}">
                <a16:creationId xmlns:a16="http://schemas.microsoft.com/office/drawing/2014/main" id="{891D0883-4D79-4880-A077-636EE27F4DA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74631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93246-7648-E10C-9822-FA32561B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>
            <a:extLst>
              <a:ext uri="{FF2B5EF4-FFF2-40B4-BE49-F238E27FC236}">
                <a16:creationId xmlns:a16="http://schemas.microsoft.com/office/drawing/2014/main" id="{629BEEF2-E65F-9124-63EE-8A86C6ED777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9BBF2748-5A45-B38E-253E-E4A27A65E6C0}"/>
              </a:ext>
            </a:extLst>
          </p:cNvPr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1E34919-CDE8-EDC0-3AF2-03F8E2A7A7BC}"/>
                </a:ext>
              </a:extLst>
            </p:cNvPr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394FCAF1-D281-028D-6A89-9C9426A1E78D}"/>
              </a:ext>
            </a:extLst>
          </p:cNvPr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0E1441F-EE64-FBE7-D798-3821F5B7E826}"/>
              </a:ext>
            </a:extLst>
          </p:cNvPr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1EC05CB-0649-E17D-F8F2-6F7A9ECA2AC8}"/>
              </a:ext>
            </a:extLst>
          </p:cNvPr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CAD060C-2711-380B-4DF4-35324489E379}"/>
              </a:ext>
            </a:extLst>
          </p:cNvPr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AF6EED7-C557-EF45-124C-94BF8DF70577}"/>
                </a:ext>
              </a:extLst>
            </p:cNvPr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5B9B1E9-E308-4C3B-F721-AA0EE4E61984}"/>
              </a:ext>
            </a:extLst>
          </p:cNvPr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97FDE22-0D43-90C1-F657-47EEDEFEFA42}"/>
              </a:ext>
            </a:extLst>
          </p:cNvPr>
          <p:cNvSpPr txBox="1"/>
          <p:nvPr/>
        </p:nvSpPr>
        <p:spPr>
          <a:xfrm>
            <a:off x="3750397" y="4944540"/>
            <a:ext cx="10787204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zh-CN" altLang="en-US" sz="12000" dirty="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研究背景与意义</a:t>
            </a:r>
          </a:p>
          <a:p>
            <a:pPr algn="ctr">
              <a:lnSpc>
                <a:spcPts val="14400"/>
              </a:lnSpc>
            </a:pPr>
            <a:endParaRPr lang="en-US" sz="12000" dirty="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9C79BFC-E248-124A-A250-AA52A5F99C91}"/>
              </a:ext>
            </a:extLst>
          </p:cNvPr>
          <p:cNvSpPr txBox="1"/>
          <p:nvPr/>
        </p:nvSpPr>
        <p:spPr>
          <a:xfrm>
            <a:off x="4628964" y="2390905"/>
            <a:ext cx="9030070" cy="265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0"/>
              </a:lnSpc>
            </a:pPr>
            <a:r>
              <a:rPr lang="en-US" sz="17250" dirty="0">
                <a:solidFill>
                  <a:srgbClr val="8497B0"/>
                </a:solidFill>
                <a:latin typeface="Arial Black" panose="020B0A04020102020204" pitchFamily="34" charset="0"/>
              </a:rPr>
              <a:t>05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C79CDE5-23CC-73DB-1B6C-776A11AA24A8}"/>
              </a:ext>
            </a:extLst>
          </p:cNvPr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2C14C17-9518-4837-ADFB-A8EE10684539}"/>
                </a:ext>
              </a:extLst>
            </p:cNvPr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D53D03E-9BB2-60AC-1754-FEAFAA8850D0}"/>
              </a:ext>
            </a:extLst>
          </p:cNvPr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27572F4-4784-5B13-3BE2-314532DF39BB}"/>
                </a:ext>
              </a:extLst>
            </p:cNvPr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6601DCC-8F1A-513E-6027-2243216FB906}"/>
              </a:ext>
            </a:extLst>
          </p:cNvPr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3C0F767-77F1-A8B8-9C41-B5B009B589BD}"/>
                </a:ext>
              </a:extLst>
            </p:cNvPr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>
            <a:extLst>
              <a:ext uri="{FF2B5EF4-FFF2-40B4-BE49-F238E27FC236}">
                <a16:creationId xmlns:a16="http://schemas.microsoft.com/office/drawing/2014/main" id="{11B303BF-67B9-8462-0BF4-6CEE1B436C2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51925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5064879"/>
            <a:ext cx="7420527" cy="5222122"/>
          </a:xfrm>
          <a:custGeom>
            <a:avLst/>
            <a:gdLst/>
            <a:ahLst/>
            <a:cxnLst/>
            <a:rect l="l" t="t" r="r" b="b"/>
            <a:pathLst>
              <a:path w="7420527" h="5222122">
                <a:moveTo>
                  <a:pt x="0" y="0"/>
                </a:moveTo>
                <a:lnTo>
                  <a:pt x="7420527" y="0"/>
                </a:lnTo>
                <a:lnTo>
                  <a:pt x="7420527" y="5222123"/>
                </a:lnTo>
                <a:lnTo>
                  <a:pt x="0" y="52221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B40990FF-440E-403D-925A-94FED1DBD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5" r="16845"/>
          <a:stretch/>
        </p:blipFill>
        <p:spPr>
          <a:xfrm>
            <a:off x="1405573" y="2247681"/>
            <a:ext cx="7036785" cy="7036785"/>
          </a:xfrm>
          <a:prstGeom prst="roundRect">
            <a:avLst>
              <a:gd name="adj" fmla="val 7886"/>
            </a:avLst>
          </a:prstGeom>
        </p:spPr>
      </p:pic>
      <p:sp>
        <p:nvSpPr>
          <p:cNvPr id="2" name="Freeform 2"/>
          <p:cNvSpPr/>
          <p:nvPr/>
        </p:nvSpPr>
        <p:spPr>
          <a:xfrm>
            <a:off x="14837571" y="1"/>
            <a:ext cx="3450431" cy="2967038"/>
          </a:xfrm>
          <a:custGeom>
            <a:avLst/>
            <a:gdLst/>
            <a:ahLst/>
            <a:cxnLst/>
            <a:rect l="l" t="t" r="r" b="b"/>
            <a:pathLst>
              <a:path w="3450431" h="2967038">
                <a:moveTo>
                  <a:pt x="0" y="0"/>
                </a:moveTo>
                <a:lnTo>
                  <a:pt x="3450431" y="0"/>
                </a:lnTo>
                <a:lnTo>
                  <a:pt x="3450431" y="2967038"/>
                </a:lnTo>
                <a:lnTo>
                  <a:pt x="0" y="2967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9910794" y="3897015"/>
            <a:ext cx="586083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915524" y="5696487"/>
            <a:ext cx="3336836" cy="3485613"/>
            <a:chOff x="0" y="0"/>
            <a:chExt cx="4449114" cy="46474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9191" cy="4647565"/>
            </a:xfrm>
            <a:custGeom>
              <a:avLst/>
              <a:gdLst/>
              <a:ahLst/>
              <a:cxnLst/>
              <a:rect l="l" t="t" r="r" b="b"/>
              <a:pathLst>
                <a:path w="4449191" h="4647565">
                  <a:moveTo>
                    <a:pt x="0" y="459105"/>
                  </a:moveTo>
                  <a:cubicBezTo>
                    <a:pt x="0" y="205486"/>
                    <a:pt x="205486" y="0"/>
                    <a:pt x="459105" y="0"/>
                  </a:cubicBezTo>
                  <a:lnTo>
                    <a:pt x="3990086" y="0"/>
                  </a:lnTo>
                  <a:cubicBezTo>
                    <a:pt x="4243578" y="0"/>
                    <a:pt x="4449191" y="205486"/>
                    <a:pt x="4449191" y="459105"/>
                  </a:cubicBezTo>
                  <a:lnTo>
                    <a:pt x="4449191" y="4188460"/>
                  </a:lnTo>
                  <a:cubicBezTo>
                    <a:pt x="4449191" y="4441952"/>
                    <a:pt x="4243705" y="4647565"/>
                    <a:pt x="3990086" y="4647565"/>
                  </a:cubicBezTo>
                  <a:lnTo>
                    <a:pt x="459105" y="4647565"/>
                  </a:lnTo>
                  <a:cubicBezTo>
                    <a:pt x="205486" y="4647438"/>
                    <a:pt x="0" y="4441952"/>
                    <a:pt x="0" y="4188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AutoShape 9"/>
          <p:cNvSpPr/>
          <p:nvPr/>
        </p:nvSpPr>
        <p:spPr>
          <a:xfrm>
            <a:off x="10327512" y="7805499"/>
            <a:ext cx="603361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3829596" y="5696487"/>
            <a:ext cx="3336836" cy="3485613"/>
            <a:chOff x="0" y="0"/>
            <a:chExt cx="4449114" cy="46474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9191" cy="4647565"/>
            </a:xfrm>
            <a:custGeom>
              <a:avLst/>
              <a:gdLst/>
              <a:ahLst/>
              <a:cxnLst/>
              <a:rect l="l" t="t" r="r" b="b"/>
              <a:pathLst>
                <a:path w="4449191" h="4647565">
                  <a:moveTo>
                    <a:pt x="0" y="459105"/>
                  </a:moveTo>
                  <a:cubicBezTo>
                    <a:pt x="0" y="205486"/>
                    <a:pt x="205486" y="0"/>
                    <a:pt x="459105" y="0"/>
                  </a:cubicBezTo>
                  <a:lnTo>
                    <a:pt x="3990086" y="0"/>
                  </a:lnTo>
                  <a:cubicBezTo>
                    <a:pt x="4243578" y="0"/>
                    <a:pt x="4449191" y="205486"/>
                    <a:pt x="4449191" y="459105"/>
                  </a:cubicBezTo>
                  <a:lnTo>
                    <a:pt x="4449191" y="4188460"/>
                  </a:lnTo>
                  <a:cubicBezTo>
                    <a:pt x="4449191" y="4441952"/>
                    <a:pt x="4243705" y="4647565"/>
                    <a:pt x="3990086" y="4647565"/>
                  </a:cubicBezTo>
                  <a:lnTo>
                    <a:pt x="459105" y="4647565"/>
                  </a:lnTo>
                  <a:cubicBezTo>
                    <a:pt x="205486" y="4647438"/>
                    <a:pt x="0" y="4441952"/>
                    <a:pt x="0" y="4188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AutoShape 12"/>
          <p:cNvSpPr/>
          <p:nvPr/>
        </p:nvSpPr>
        <p:spPr>
          <a:xfrm flipV="1">
            <a:off x="14241585" y="7805499"/>
            <a:ext cx="62090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0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940562" y="8482752"/>
            <a:ext cx="569742" cy="569742"/>
            <a:chOff x="0" y="0"/>
            <a:chExt cx="759656" cy="7596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0287000" y="6091614"/>
            <a:ext cx="763621" cy="76362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201073" y="6091614"/>
            <a:ext cx="763621" cy="76362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496877" y="6292233"/>
            <a:ext cx="342595" cy="348294"/>
          </a:xfrm>
          <a:custGeom>
            <a:avLst/>
            <a:gdLst/>
            <a:ahLst/>
            <a:cxnLst/>
            <a:rect l="l" t="t" r="r" b="b"/>
            <a:pathLst>
              <a:path w="342595" h="348294">
                <a:moveTo>
                  <a:pt x="0" y="0"/>
                </a:moveTo>
                <a:lnTo>
                  <a:pt x="342595" y="0"/>
                </a:lnTo>
                <a:lnTo>
                  <a:pt x="342595" y="348294"/>
                </a:lnTo>
                <a:lnTo>
                  <a:pt x="0" y="3482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419958" y="6292233"/>
            <a:ext cx="324230" cy="348294"/>
          </a:xfrm>
          <a:custGeom>
            <a:avLst/>
            <a:gdLst/>
            <a:ahLst/>
            <a:cxnLst/>
            <a:rect l="l" t="t" r="r" b="b"/>
            <a:pathLst>
              <a:path w="324230" h="348294">
                <a:moveTo>
                  <a:pt x="0" y="0"/>
                </a:moveTo>
                <a:lnTo>
                  <a:pt x="324230" y="0"/>
                </a:lnTo>
                <a:lnTo>
                  <a:pt x="324230" y="348294"/>
                </a:lnTo>
                <a:lnTo>
                  <a:pt x="0" y="3482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41490" y="2559633"/>
            <a:ext cx="5365041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</a:t>
            </a:r>
          </a:p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文字是您思想的提炼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41490" y="4155925"/>
            <a:ext cx="7419240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 dirty="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56966" y="7007635"/>
            <a:ext cx="224745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56966" y="7938773"/>
            <a:ext cx="2647504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171038" y="7007635"/>
            <a:ext cx="224745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71038" y="7938773"/>
            <a:ext cx="2647504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065632"/>
            <a:ext cx="18288000" cy="2221368"/>
          </a:xfrm>
          <a:custGeom>
            <a:avLst/>
            <a:gdLst/>
            <a:ahLst/>
            <a:cxnLst/>
            <a:rect l="l" t="t" r="r" b="b"/>
            <a:pathLst>
              <a:path w="18288000" h="2221368">
                <a:moveTo>
                  <a:pt x="0" y="0"/>
                </a:moveTo>
                <a:lnTo>
                  <a:pt x="18288000" y="0"/>
                </a:lnTo>
                <a:lnTo>
                  <a:pt x="18288000" y="2221368"/>
                </a:lnTo>
                <a:lnTo>
                  <a:pt x="0" y="222136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03202" y="0"/>
            <a:ext cx="2184798" cy="1882379"/>
          </a:xfrm>
          <a:custGeom>
            <a:avLst/>
            <a:gdLst/>
            <a:ahLst/>
            <a:cxnLst/>
            <a:rect l="l" t="t" r="r" b="b"/>
            <a:pathLst>
              <a:path w="2184798" h="1882379">
                <a:moveTo>
                  <a:pt x="0" y="0"/>
                </a:moveTo>
                <a:lnTo>
                  <a:pt x="2184798" y="0"/>
                </a:lnTo>
                <a:lnTo>
                  <a:pt x="2184798" y="1882379"/>
                </a:lnTo>
                <a:lnTo>
                  <a:pt x="0" y="188237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>
            <p:custDataLst>
              <p:tags r:id="rId1"/>
            </p:custDataLst>
          </p:nvPr>
        </p:nvGrpSpPr>
        <p:grpSpPr>
          <a:xfrm>
            <a:off x="8929138" y="2226470"/>
            <a:ext cx="8208170" cy="2084273"/>
            <a:chOff x="0" y="0"/>
            <a:chExt cx="10944226" cy="2779030"/>
          </a:xfrm>
        </p:grpSpPr>
        <p:sp>
          <p:nvSpPr>
            <p:cNvPr id="7" name="Freeform 7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0944225" cy="2779014"/>
            </a:xfrm>
            <a:custGeom>
              <a:avLst/>
              <a:gdLst/>
              <a:ahLst/>
              <a:cxnLst/>
              <a:rect l="l" t="t" r="r" b="b"/>
              <a:pathLst>
                <a:path w="10944225" h="2779014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10650855" y="0"/>
                  </a:lnTo>
                  <a:cubicBezTo>
                    <a:pt x="10812907" y="0"/>
                    <a:pt x="10944225" y="131318"/>
                    <a:pt x="10944225" y="293370"/>
                  </a:cubicBezTo>
                  <a:lnTo>
                    <a:pt x="10944225" y="2485644"/>
                  </a:lnTo>
                  <a:cubicBezTo>
                    <a:pt x="10944225" y="2647696"/>
                    <a:pt x="10812907" y="2779014"/>
                    <a:pt x="10650855" y="2779014"/>
                  </a:cubicBezTo>
                  <a:lnTo>
                    <a:pt x="293370" y="2779014"/>
                  </a:lnTo>
                  <a:cubicBezTo>
                    <a:pt x="131318" y="2779014"/>
                    <a:pt x="0" y="2647696"/>
                    <a:pt x="0" y="24856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>
            <p:custDataLst>
              <p:tags r:id="rId2"/>
            </p:custDataLst>
          </p:nvPr>
        </p:nvSpPr>
        <p:spPr>
          <a:xfrm>
            <a:off x="9635546" y="2686620"/>
            <a:ext cx="4140942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9" name="TextBox 9"/>
          <p:cNvSpPr txBox="1"/>
          <p:nvPr>
            <p:custDataLst>
              <p:tags r:id="rId3"/>
            </p:custDataLst>
          </p:nvPr>
        </p:nvSpPr>
        <p:spPr>
          <a:xfrm>
            <a:off x="9635546" y="3370107"/>
            <a:ext cx="5260053" cy="36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15287954" y="2632380"/>
            <a:ext cx="1210227" cy="1090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0"/>
              </a:lnSpc>
            </a:pPr>
            <a:r>
              <a:rPr lang="en-US" sz="6600">
                <a:solidFill>
                  <a:srgbClr val="356AFF"/>
                </a:solidFill>
                <a:latin typeface="Montserrat Heavy" panose="00000A00000000000000"/>
              </a:rPr>
              <a:t>01</a:t>
            </a:r>
          </a:p>
        </p:txBody>
      </p:sp>
      <p:grpSp>
        <p:nvGrpSpPr>
          <p:cNvPr id="11" name="Group 11"/>
          <p:cNvGrpSpPr/>
          <p:nvPr>
            <p:custDataLst>
              <p:tags r:id="rId5"/>
            </p:custDataLst>
          </p:nvPr>
        </p:nvGrpSpPr>
        <p:grpSpPr>
          <a:xfrm>
            <a:off x="8929138" y="4802642"/>
            <a:ext cx="8208170" cy="2084272"/>
            <a:chOff x="0" y="0"/>
            <a:chExt cx="10944226" cy="2779030"/>
          </a:xfrm>
        </p:grpSpPr>
        <p:sp>
          <p:nvSpPr>
            <p:cNvPr id="12" name="Freeform 12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0944225" cy="2779014"/>
            </a:xfrm>
            <a:custGeom>
              <a:avLst/>
              <a:gdLst/>
              <a:ahLst/>
              <a:cxnLst/>
              <a:rect l="l" t="t" r="r" b="b"/>
              <a:pathLst>
                <a:path w="10944225" h="2779014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10650855" y="0"/>
                  </a:lnTo>
                  <a:cubicBezTo>
                    <a:pt x="10812907" y="0"/>
                    <a:pt x="10944225" y="131318"/>
                    <a:pt x="10944225" y="293370"/>
                  </a:cubicBezTo>
                  <a:lnTo>
                    <a:pt x="10944225" y="2485644"/>
                  </a:lnTo>
                  <a:cubicBezTo>
                    <a:pt x="10944225" y="2647696"/>
                    <a:pt x="10812907" y="2779014"/>
                    <a:pt x="10650855" y="2779014"/>
                  </a:cubicBezTo>
                  <a:lnTo>
                    <a:pt x="293370" y="2779014"/>
                  </a:lnTo>
                  <a:cubicBezTo>
                    <a:pt x="131318" y="2779014"/>
                    <a:pt x="0" y="2647696"/>
                    <a:pt x="0" y="2485644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9635546" y="5262792"/>
            <a:ext cx="4140942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14" name="TextBox 14"/>
          <p:cNvSpPr txBox="1"/>
          <p:nvPr>
            <p:custDataLst>
              <p:tags r:id="rId7"/>
            </p:custDataLst>
          </p:nvPr>
        </p:nvSpPr>
        <p:spPr>
          <a:xfrm>
            <a:off x="9635546" y="5946279"/>
            <a:ext cx="5260053" cy="36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15" name="TextBox 15"/>
          <p:cNvSpPr txBox="1"/>
          <p:nvPr>
            <p:custDataLst>
              <p:tags r:id="rId8"/>
            </p:custDataLst>
          </p:nvPr>
        </p:nvSpPr>
        <p:spPr>
          <a:xfrm>
            <a:off x="15287953" y="5208552"/>
            <a:ext cx="1210227" cy="1090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0"/>
              </a:lnSpc>
            </a:pPr>
            <a:r>
              <a:rPr lang="en-US" sz="6600">
                <a:solidFill>
                  <a:srgbClr val="FFFFFF"/>
                </a:solidFill>
                <a:latin typeface="Montserrat Heavy" panose="00000A00000000000000"/>
              </a:rPr>
              <a:t>02</a:t>
            </a:r>
          </a:p>
        </p:txBody>
      </p:sp>
      <p:grpSp>
        <p:nvGrpSpPr>
          <p:cNvPr id="16" name="Group 16"/>
          <p:cNvGrpSpPr/>
          <p:nvPr>
            <p:custDataLst>
              <p:tags r:id="rId9"/>
            </p:custDataLst>
          </p:nvPr>
        </p:nvGrpSpPr>
        <p:grpSpPr>
          <a:xfrm>
            <a:off x="8929138" y="7378814"/>
            <a:ext cx="8208170" cy="2084272"/>
            <a:chOff x="0" y="0"/>
            <a:chExt cx="10944226" cy="2779030"/>
          </a:xfrm>
        </p:grpSpPr>
        <p:sp>
          <p:nvSpPr>
            <p:cNvPr id="17" name="Freeform 17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0944225" cy="2779014"/>
            </a:xfrm>
            <a:custGeom>
              <a:avLst/>
              <a:gdLst/>
              <a:ahLst/>
              <a:cxnLst/>
              <a:rect l="l" t="t" r="r" b="b"/>
              <a:pathLst>
                <a:path w="10944225" h="2779014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lnTo>
                    <a:pt x="10650855" y="0"/>
                  </a:lnTo>
                  <a:cubicBezTo>
                    <a:pt x="10812907" y="0"/>
                    <a:pt x="10944225" y="131318"/>
                    <a:pt x="10944225" y="293370"/>
                  </a:cubicBezTo>
                  <a:lnTo>
                    <a:pt x="10944225" y="2485644"/>
                  </a:lnTo>
                  <a:cubicBezTo>
                    <a:pt x="10944225" y="2647696"/>
                    <a:pt x="10812907" y="2779014"/>
                    <a:pt x="10650855" y="2779014"/>
                  </a:cubicBezTo>
                  <a:lnTo>
                    <a:pt x="293370" y="2779014"/>
                  </a:lnTo>
                  <a:cubicBezTo>
                    <a:pt x="131318" y="2779014"/>
                    <a:pt x="0" y="2647696"/>
                    <a:pt x="0" y="24856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8" name="TextBox 18"/>
          <p:cNvSpPr txBox="1"/>
          <p:nvPr>
            <p:custDataLst>
              <p:tags r:id="rId10"/>
            </p:custDataLst>
          </p:nvPr>
        </p:nvSpPr>
        <p:spPr>
          <a:xfrm>
            <a:off x="9635546" y="7838964"/>
            <a:ext cx="4140942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19" name="TextBox 19"/>
          <p:cNvSpPr txBox="1"/>
          <p:nvPr>
            <p:custDataLst>
              <p:tags r:id="rId11"/>
            </p:custDataLst>
          </p:nvPr>
        </p:nvSpPr>
        <p:spPr>
          <a:xfrm>
            <a:off x="9635546" y="8522451"/>
            <a:ext cx="5260053" cy="36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20" name="TextBox 20"/>
          <p:cNvSpPr txBox="1"/>
          <p:nvPr>
            <p:custDataLst>
              <p:tags r:id="rId12"/>
            </p:custDataLst>
          </p:nvPr>
        </p:nvSpPr>
        <p:spPr>
          <a:xfrm>
            <a:off x="15287954" y="7784724"/>
            <a:ext cx="1210227" cy="1090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0"/>
              </a:lnSpc>
            </a:pPr>
            <a:r>
              <a:rPr lang="en-US" sz="6600">
                <a:solidFill>
                  <a:srgbClr val="356AFF"/>
                </a:solidFill>
                <a:latin typeface="Montserrat Heavy" panose="00000A00000000000000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3510" y="2540351"/>
            <a:ext cx="5365041" cy="46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请输入文本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3510" y="3663743"/>
            <a:ext cx="6560479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70858" y="9135326"/>
            <a:ext cx="441212" cy="441212"/>
            <a:chOff x="0" y="0"/>
            <a:chExt cx="588282" cy="58828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88264" cy="588264"/>
            </a:xfrm>
            <a:custGeom>
              <a:avLst/>
              <a:gdLst/>
              <a:ahLst/>
              <a:cxnLst/>
              <a:rect l="l" t="t" r="r" b="b"/>
              <a:pathLst>
                <a:path w="588264" h="588264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cubicBezTo>
                    <a:pt x="456565" y="0"/>
                    <a:pt x="588264" y="131699"/>
                    <a:pt x="588264" y="294132"/>
                  </a:cubicBezTo>
                  <a:cubicBezTo>
                    <a:pt x="588264" y="456565"/>
                    <a:pt x="456565" y="588264"/>
                    <a:pt x="294132" y="588264"/>
                  </a:cubicBezTo>
                  <a:cubicBezTo>
                    <a:pt x="131699" y="588264"/>
                    <a:pt x="0" y="456565"/>
                    <a:pt x="0" y="2941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9" name="TextBox 24"/>
          <p:cNvSpPr txBox="1"/>
          <p:nvPr>
            <p:custDataLst>
              <p:tags r:id="rId13"/>
            </p:custDataLst>
          </p:nvPr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30" name="TextBox 25"/>
          <p:cNvSpPr txBox="1"/>
          <p:nvPr>
            <p:custDataLst>
              <p:tags r:id="rId14"/>
            </p:custDataLst>
          </p:nvPr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1475105" y="3371850"/>
            <a:ext cx="1039495" cy="0"/>
          </a:xfrm>
          <a:prstGeom prst="line">
            <a:avLst/>
          </a:prstGeom>
          <a:ln>
            <a:solidFill>
              <a:srgbClr val="356A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0" name="Freeform 30"/>
          <p:cNvSpPr/>
          <p:nvPr>
            <p:custDataLst>
              <p:tags r:id="rId15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0672D8E-A87E-4BB0-ACCA-AD9991B48F05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87"/>
          <a:stretch/>
        </p:blipFill>
        <p:spPr>
          <a:xfrm>
            <a:off x="1600200" y="5710661"/>
            <a:ext cx="6866362" cy="3784293"/>
          </a:xfrm>
          <a:prstGeom prst="roundRect">
            <a:avLst>
              <a:gd name="adj" fmla="val 8530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2E2AE78C-F569-49F3-92D6-CE1CBD4BF15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964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692" b="374"/>
          <a:stretch/>
        </p:blipFill>
        <p:spPr>
          <a:xfrm>
            <a:off x="6888760" y="6038852"/>
            <a:ext cx="10044112" cy="3374231"/>
          </a:xfrm>
          <a:prstGeom prst="roundRect">
            <a:avLst>
              <a:gd name="adj" fmla="val 8648"/>
            </a:avLst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10E5451-DAEF-44CC-BDCF-FE4A6071A49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1" b="11422"/>
          <a:stretch/>
        </p:blipFill>
        <p:spPr>
          <a:xfrm>
            <a:off x="1495407" y="2226469"/>
            <a:ext cx="6179344" cy="3359295"/>
          </a:xfrm>
          <a:prstGeom prst="roundRect">
            <a:avLst>
              <a:gd name="adj" fmla="val 8334"/>
            </a:avLst>
          </a:prstGeom>
        </p:spPr>
      </p:pic>
      <p:sp>
        <p:nvSpPr>
          <p:cNvPr id="8" name="TextBox 8"/>
          <p:cNvSpPr txBox="1"/>
          <p:nvPr/>
        </p:nvSpPr>
        <p:spPr>
          <a:xfrm>
            <a:off x="1587304" y="7324335"/>
            <a:ext cx="336313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zh-CN" alt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请输入文本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656609" y="8217392"/>
            <a:ext cx="60416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587304" y="8476302"/>
            <a:ext cx="4796313" cy="36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76298" y="3056153"/>
            <a:ext cx="336313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 dirty="0" err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请输入文本</a:t>
            </a:r>
            <a:endParaRPr lang="en-US" sz="3000" dirty="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845602" y="3949209"/>
            <a:ext cx="567538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8776298" y="4208120"/>
            <a:ext cx="7836732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6271765" y="5796466"/>
            <a:ext cx="569742" cy="569742"/>
            <a:chOff x="0" y="0"/>
            <a:chExt cx="759656" cy="7596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15426928" y="0"/>
            <a:ext cx="2861072" cy="3030737"/>
          </a:xfrm>
          <a:custGeom>
            <a:avLst/>
            <a:gdLst/>
            <a:ahLst/>
            <a:cxnLst/>
            <a:rect l="l" t="t" r="r" b="b"/>
            <a:pathLst>
              <a:path w="2861072" h="3030737">
                <a:moveTo>
                  <a:pt x="0" y="0"/>
                </a:moveTo>
                <a:lnTo>
                  <a:pt x="2861072" y="0"/>
                </a:lnTo>
                <a:lnTo>
                  <a:pt x="2861072" y="3030737"/>
                </a:lnTo>
                <a:lnTo>
                  <a:pt x="0" y="30307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0" y="9355932"/>
            <a:ext cx="951279" cy="931068"/>
          </a:xfrm>
          <a:custGeom>
            <a:avLst/>
            <a:gdLst/>
            <a:ahLst/>
            <a:cxnLst/>
            <a:rect l="l" t="t" r="r" b="b"/>
            <a:pathLst>
              <a:path w="951279" h="931068">
                <a:moveTo>
                  <a:pt x="0" y="0"/>
                </a:moveTo>
                <a:lnTo>
                  <a:pt x="951279" y="0"/>
                </a:lnTo>
                <a:lnTo>
                  <a:pt x="951279" y="931068"/>
                </a:lnTo>
                <a:lnTo>
                  <a:pt x="0" y="931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51" name="TextBox 24"/>
          <p:cNvSpPr txBox="1"/>
          <p:nvPr>
            <p:custDataLst>
              <p:tags r:id="rId2"/>
            </p:custDataLst>
          </p:nvPr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52" name="TextBox 25"/>
          <p:cNvSpPr txBox="1"/>
          <p:nvPr>
            <p:custDataLst>
              <p:tags r:id="rId3"/>
            </p:custDataLst>
          </p:nvPr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>
            <a:extLst>
              <a:ext uri="{FF2B5EF4-FFF2-40B4-BE49-F238E27FC236}">
                <a16:creationId xmlns:a16="http://schemas.microsoft.com/office/drawing/2014/main" id="{24CCC159-6119-47D9-9B77-8353BC78259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20" b="17878"/>
          <a:stretch/>
        </p:blipFill>
        <p:spPr>
          <a:xfrm>
            <a:off x="8574997" y="2196155"/>
            <a:ext cx="8748120" cy="3137844"/>
          </a:xfrm>
          <a:prstGeom prst="roundRect">
            <a:avLst>
              <a:gd name="adj" fmla="val 12365"/>
            </a:avLst>
          </a:prstGeom>
        </p:spPr>
      </p:pic>
      <p:sp>
        <p:nvSpPr>
          <p:cNvPr id="2" name="Freeform 2"/>
          <p:cNvSpPr/>
          <p:nvPr/>
        </p:nvSpPr>
        <p:spPr>
          <a:xfrm>
            <a:off x="1" y="1"/>
            <a:ext cx="8959882" cy="4922272"/>
          </a:xfrm>
          <a:custGeom>
            <a:avLst/>
            <a:gdLst/>
            <a:ahLst/>
            <a:cxnLst/>
            <a:rect l="l" t="t" r="r" b="b"/>
            <a:pathLst>
              <a:path w="8959882" h="4922272">
                <a:moveTo>
                  <a:pt x="0" y="0"/>
                </a:moveTo>
                <a:lnTo>
                  <a:pt x="8959883" y="0"/>
                </a:lnTo>
                <a:lnTo>
                  <a:pt x="8959883" y="4922273"/>
                </a:lnTo>
                <a:lnTo>
                  <a:pt x="0" y="4922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376693" y="5987140"/>
            <a:ext cx="3664741" cy="3470502"/>
            <a:chOff x="0" y="0"/>
            <a:chExt cx="4886322" cy="46273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6325" cy="4627372"/>
            </a:xfrm>
            <a:custGeom>
              <a:avLst/>
              <a:gdLst/>
              <a:ahLst/>
              <a:cxnLst/>
              <a:rect l="l" t="t" r="r" b="b"/>
              <a:pathLst>
                <a:path w="4886325" h="4627372">
                  <a:moveTo>
                    <a:pt x="0" y="424942"/>
                  </a:moveTo>
                  <a:cubicBezTo>
                    <a:pt x="0" y="190246"/>
                    <a:pt x="190246" y="0"/>
                    <a:pt x="424942" y="0"/>
                  </a:cubicBezTo>
                  <a:lnTo>
                    <a:pt x="4461383" y="0"/>
                  </a:lnTo>
                  <a:cubicBezTo>
                    <a:pt x="4696079" y="0"/>
                    <a:pt x="4886325" y="190246"/>
                    <a:pt x="4886325" y="424942"/>
                  </a:cubicBezTo>
                  <a:lnTo>
                    <a:pt x="4886325" y="4202430"/>
                  </a:lnTo>
                  <a:cubicBezTo>
                    <a:pt x="4886325" y="4437126"/>
                    <a:pt x="4696079" y="4627372"/>
                    <a:pt x="4461383" y="4627372"/>
                  </a:cubicBezTo>
                  <a:lnTo>
                    <a:pt x="424942" y="4627372"/>
                  </a:lnTo>
                  <a:cubicBezTo>
                    <a:pt x="190246" y="4627372"/>
                    <a:pt x="0" y="4437126"/>
                    <a:pt x="0" y="420243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7" name="AutoShape 7"/>
          <p:cNvSpPr/>
          <p:nvPr/>
        </p:nvSpPr>
        <p:spPr>
          <a:xfrm>
            <a:off x="5803461" y="8023209"/>
            <a:ext cx="497453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9246568" y="5987140"/>
            <a:ext cx="3664742" cy="3470502"/>
            <a:chOff x="0" y="0"/>
            <a:chExt cx="4886322" cy="46273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86325" cy="4627372"/>
            </a:xfrm>
            <a:custGeom>
              <a:avLst/>
              <a:gdLst/>
              <a:ahLst/>
              <a:cxnLst/>
              <a:rect l="l" t="t" r="r" b="b"/>
              <a:pathLst>
                <a:path w="4886325" h="4627372">
                  <a:moveTo>
                    <a:pt x="0" y="424942"/>
                  </a:moveTo>
                  <a:cubicBezTo>
                    <a:pt x="0" y="190246"/>
                    <a:pt x="190246" y="0"/>
                    <a:pt x="424942" y="0"/>
                  </a:cubicBezTo>
                  <a:lnTo>
                    <a:pt x="4461383" y="0"/>
                  </a:lnTo>
                  <a:cubicBezTo>
                    <a:pt x="4696079" y="0"/>
                    <a:pt x="4886325" y="190246"/>
                    <a:pt x="4886325" y="424942"/>
                  </a:cubicBezTo>
                  <a:lnTo>
                    <a:pt x="4886325" y="4202430"/>
                  </a:lnTo>
                  <a:cubicBezTo>
                    <a:pt x="4886325" y="4437126"/>
                    <a:pt x="4696079" y="4627372"/>
                    <a:pt x="4461383" y="4627372"/>
                  </a:cubicBezTo>
                  <a:lnTo>
                    <a:pt x="424942" y="4627372"/>
                  </a:lnTo>
                  <a:cubicBezTo>
                    <a:pt x="190246" y="4627372"/>
                    <a:pt x="0" y="4437126"/>
                    <a:pt x="0" y="42024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AutoShape 10"/>
          <p:cNvSpPr/>
          <p:nvPr/>
        </p:nvSpPr>
        <p:spPr>
          <a:xfrm>
            <a:off x="9654857" y="8019539"/>
            <a:ext cx="62090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13090646" y="5987140"/>
            <a:ext cx="3664741" cy="3470502"/>
            <a:chOff x="0" y="0"/>
            <a:chExt cx="4886322" cy="46273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86325" cy="4627372"/>
            </a:xfrm>
            <a:custGeom>
              <a:avLst/>
              <a:gdLst/>
              <a:ahLst/>
              <a:cxnLst/>
              <a:rect l="l" t="t" r="r" b="b"/>
              <a:pathLst>
                <a:path w="4886325" h="4627372">
                  <a:moveTo>
                    <a:pt x="0" y="424942"/>
                  </a:moveTo>
                  <a:cubicBezTo>
                    <a:pt x="0" y="190246"/>
                    <a:pt x="190246" y="0"/>
                    <a:pt x="424942" y="0"/>
                  </a:cubicBezTo>
                  <a:lnTo>
                    <a:pt x="4461383" y="0"/>
                  </a:lnTo>
                  <a:cubicBezTo>
                    <a:pt x="4696079" y="0"/>
                    <a:pt x="4886325" y="190246"/>
                    <a:pt x="4886325" y="424942"/>
                  </a:cubicBezTo>
                  <a:lnTo>
                    <a:pt x="4886325" y="4202430"/>
                  </a:lnTo>
                  <a:cubicBezTo>
                    <a:pt x="4886325" y="4437126"/>
                    <a:pt x="4696079" y="4627372"/>
                    <a:pt x="4461383" y="4627372"/>
                  </a:cubicBezTo>
                  <a:lnTo>
                    <a:pt x="424942" y="4627372"/>
                  </a:lnTo>
                  <a:cubicBezTo>
                    <a:pt x="190246" y="4627372"/>
                    <a:pt x="0" y="4437126"/>
                    <a:pt x="0" y="42024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AutoShape 13"/>
          <p:cNvSpPr/>
          <p:nvPr/>
        </p:nvSpPr>
        <p:spPr>
          <a:xfrm>
            <a:off x="13515338" y="8019539"/>
            <a:ext cx="604501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476940" y="5987140"/>
            <a:ext cx="3664742" cy="3470502"/>
            <a:chOff x="0" y="0"/>
            <a:chExt cx="4886322" cy="46273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86325" cy="4627372"/>
            </a:xfrm>
            <a:custGeom>
              <a:avLst/>
              <a:gdLst/>
              <a:ahLst/>
              <a:cxnLst/>
              <a:rect l="l" t="t" r="r" b="b"/>
              <a:pathLst>
                <a:path w="4886325" h="4627372">
                  <a:moveTo>
                    <a:pt x="0" y="424942"/>
                  </a:moveTo>
                  <a:cubicBezTo>
                    <a:pt x="0" y="190246"/>
                    <a:pt x="190246" y="0"/>
                    <a:pt x="424942" y="0"/>
                  </a:cubicBezTo>
                  <a:lnTo>
                    <a:pt x="4461383" y="0"/>
                  </a:lnTo>
                  <a:cubicBezTo>
                    <a:pt x="4696079" y="0"/>
                    <a:pt x="4886325" y="190246"/>
                    <a:pt x="4886325" y="424942"/>
                  </a:cubicBezTo>
                  <a:lnTo>
                    <a:pt x="4886325" y="4202430"/>
                  </a:lnTo>
                  <a:cubicBezTo>
                    <a:pt x="4886325" y="4437126"/>
                    <a:pt x="4696079" y="4627372"/>
                    <a:pt x="4461383" y="4627372"/>
                  </a:cubicBezTo>
                  <a:lnTo>
                    <a:pt x="424942" y="4627372"/>
                  </a:lnTo>
                  <a:cubicBezTo>
                    <a:pt x="190246" y="4627372"/>
                    <a:pt x="0" y="4437126"/>
                    <a:pt x="0" y="42024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6" name="AutoShape 16"/>
          <p:cNvSpPr/>
          <p:nvPr/>
        </p:nvSpPr>
        <p:spPr>
          <a:xfrm>
            <a:off x="1903709" y="8051784"/>
            <a:ext cx="62090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17431413" y="9754562"/>
            <a:ext cx="856587" cy="532438"/>
          </a:xfrm>
          <a:custGeom>
            <a:avLst/>
            <a:gdLst/>
            <a:ahLst/>
            <a:cxnLst/>
            <a:rect l="l" t="t" r="r" b="b"/>
            <a:pathLst>
              <a:path w="856587" h="532438">
                <a:moveTo>
                  <a:pt x="0" y="0"/>
                </a:moveTo>
                <a:lnTo>
                  <a:pt x="856587" y="0"/>
                </a:lnTo>
                <a:lnTo>
                  <a:pt x="856587" y="532438"/>
                </a:lnTo>
                <a:lnTo>
                  <a:pt x="0" y="5324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1587736" y="4584435"/>
            <a:ext cx="56969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5732915" y="7253920"/>
            <a:ext cx="224745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32915" y="8185057"/>
            <a:ext cx="2883705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02790" y="7253920"/>
            <a:ext cx="224745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2790" y="8185057"/>
            <a:ext cx="2883705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46867" y="7253920"/>
            <a:ext cx="224745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46867" y="8185057"/>
            <a:ext cx="2883705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33162" y="7253920"/>
            <a:ext cx="224745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33162" y="8185057"/>
            <a:ext cx="2883705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18432" y="3247053"/>
            <a:ext cx="5365041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</a:t>
            </a:r>
          </a:p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文字是您思想的提炼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3983213" y="6303247"/>
            <a:ext cx="763621" cy="76362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752841" y="6303247"/>
            <a:ext cx="763621" cy="76362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882966" y="6303247"/>
            <a:ext cx="763621" cy="763621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590451" y="6303247"/>
            <a:ext cx="763621" cy="763621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0"/>
                </a:lnSpc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3" name="Freeform 43"/>
          <p:cNvSpPr/>
          <p:nvPr/>
        </p:nvSpPr>
        <p:spPr>
          <a:xfrm>
            <a:off x="4149213" y="6459190"/>
            <a:ext cx="431621" cy="438801"/>
          </a:xfrm>
          <a:custGeom>
            <a:avLst/>
            <a:gdLst/>
            <a:ahLst/>
            <a:cxnLst/>
            <a:rect l="l" t="t" r="r" b="b"/>
            <a:pathLst>
              <a:path w="431621" h="438801">
                <a:moveTo>
                  <a:pt x="0" y="0"/>
                </a:moveTo>
                <a:lnTo>
                  <a:pt x="431622" y="0"/>
                </a:lnTo>
                <a:lnTo>
                  <a:pt x="431622" y="438802"/>
                </a:lnTo>
                <a:lnTo>
                  <a:pt x="0" y="438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8076084" y="6486525"/>
            <a:ext cx="408484" cy="438801"/>
          </a:xfrm>
          <a:custGeom>
            <a:avLst/>
            <a:gdLst/>
            <a:ahLst/>
            <a:cxnLst/>
            <a:rect l="l" t="t" r="r" b="b"/>
            <a:pathLst>
              <a:path w="408484" h="438801">
                <a:moveTo>
                  <a:pt x="0" y="0"/>
                </a:moveTo>
                <a:lnTo>
                  <a:pt x="408484" y="0"/>
                </a:lnTo>
                <a:lnTo>
                  <a:pt x="408484" y="438801"/>
                </a:lnTo>
                <a:lnTo>
                  <a:pt x="0" y="4388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1937989" y="6459190"/>
            <a:ext cx="393326" cy="438801"/>
          </a:xfrm>
          <a:custGeom>
            <a:avLst/>
            <a:gdLst/>
            <a:ahLst/>
            <a:cxnLst/>
            <a:rect l="l" t="t" r="r" b="b"/>
            <a:pathLst>
              <a:path w="393326" h="438801">
                <a:moveTo>
                  <a:pt x="0" y="0"/>
                </a:moveTo>
                <a:lnTo>
                  <a:pt x="393326" y="0"/>
                </a:lnTo>
                <a:lnTo>
                  <a:pt x="393326" y="438802"/>
                </a:lnTo>
                <a:lnTo>
                  <a:pt x="0" y="4388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5751665" y="6459190"/>
            <a:ext cx="454128" cy="438801"/>
          </a:xfrm>
          <a:custGeom>
            <a:avLst/>
            <a:gdLst/>
            <a:ahLst/>
            <a:cxnLst/>
            <a:rect l="l" t="t" r="r" b="b"/>
            <a:pathLst>
              <a:path w="454128" h="438801">
                <a:moveTo>
                  <a:pt x="0" y="0"/>
                </a:moveTo>
                <a:lnTo>
                  <a:pt x="454128" y="0"/>
                </a:lnTo>
                <a:lnTo>
                  <a:pt x="454128" y="438802"/>
                </a:lnTo>
                <a:lnTo>
                  <a:pt x="0" y="4388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7" name="TextBox 24"/>
          <p:cNvSpPr txBox="1"/>
          <p:nvPr>
            <p:custDataLst>
              <p:tags r:id="rId2"/>
            </p:custDataLst>
          </p:nvPr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48" name="TextBox 25"/>
          <p:cNvSpPr txBox="1"/>
          <p:nvPr>
            <p:custDataLst>
              <p:tags r:id="rId3"/>
            </p:custDataLst>
          </p:nvPr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5482" y="8823494"/>
            <a:ext cx="1713174" cy="1064875"/>
          </a:xfrm>
          <a:custGeom>
            <a:avLst/>
            <a:gdLst/>
            <a:ahLst/>
            <a:cxnLst/>
            <a:rect l="l" t="t" r="r" b="b"/>
            <a:pathLst>
              <a:path w="1713174" h="1064875">
                <a:moveTo>
                  <a:pt x="0" y="0"/>
                </a:moveTo>
                <a:lnTo>
                  <a:pt x="1713174" y="0"/>
                </a:lnTo>
                <a:lnTo>
                  <a:pt x="1713174" y="1064875"/>
                </a:lnTo>
                <a:lnTo>
                  <a:pt x="0" y="1064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41406" y="-9525"/>
            <a:ext cx="2956119" cy="2509032"/>
          </a:xfrm>
          <a:custGeom>
            <a:avLst/>
            <a:gdLst/>
            <a:ahLst/>
            <a:cxnLst/>
            <a:rect l="l" t="t" r="r" b="b"/>
            <a:pathLst>
              <a:path w="2956119" h="2509032">
                <a:moveTo>
                  <a:pt x="0" y="0"/>
                </a:moveTo>
                <a:lnTo>
                  <a:pt x="2956119" y="0"/>
                </a:lnTo>
                <a:lnTo>
                  <a:pt x="2956119" y="2509032"/>
                </a:lnTo>
                <a:lnTo>
                  <a:pt x="0" y="25090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70634" y="2226470"/>
            <a:ext cx="7265193" cy="7236618"/>
            <a:chOff x="0" y="0"/>
            <a:chExt cx="9686924" cy="96488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86925" cy="9648825"/>
            </a:xfrm>
            <a:custGeom>
              <a:avLst/>
              <a:gdLst/>
              <a:ahLst/>
              <a:cxnLst/>
              <a:rect l="l" t="t" r="r" b="b"/>
              <a:pathLst>
                <a:path w="9686925" h="9648825">
                  <a:moveTo>
                    <a:pt x="0" y="718312"/>
                  </a:moveTo>
                  <a:cubicBezTo>
                    <a:pt x="0" y="321564"/>
                    <a:pt x="321564" y="0"/>
                    <a:pt x="718312" y="0"/>
                  </a:cubicBezTo>
                  <a:lnTo>
                    <a:pt x="8968613" y="0"/>
                  </a:lnTo>
                  <a:cubicBezTo>
                    <a:pt x="9365234" y="0"/>
                    <a:pt x="9686925" y="321564"/>
                    <a:pt x="9686925" y="718312"/>
                  </a:cubicBezTo>
                  <a:lnTo>
                    <a:pt x="9686925" y="8930513"/>
                  </a:lnTo>
                  <a:cubicBezTo>
                    <a:pt x="9686925" y="9327134"/>
                    <a:pt x="9365361" y="9648825"/>
                    <a:pt x="8968613" y="9648825"/>
                  </a:cubicBezTo>
                  <a:lnTo>
                    <a:pt x="718312" y="9648825"/>
                  </a:lnTo>
                  <a:cubicBezTo>
                    <a:pt x="321564" y="9648825"/>
                    <a:pt x="0" y="9327261"/>
                    <a:pt x="0" y="89305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235443" y="2931108"/>
            <a:ext cx="5365041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</a:t>
            </a:r>
          </a:p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文字是您思想的提炼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73543" y="2691522"/>
            <a:ext cx="2754705" cy="30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Click to add a subtitle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304748" y="4268490"/>
            <a:ext cx="600755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9235440" y="4527400"/>
            <a:ext cx="7490485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2" y="6226628"/>
            <a:ext cx="3810000" cy="3236458"/>
            <a:chOff x="0" y="0"/>
            <a:chExt cx="5080000" cy="43152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00" cy="4315333"/>
            </a:xfrm>
            <a:custGeom>
              <a:avLst/>
              <a:gdLst/>
              <a:ahLst/>
              <a:cxnLst/>
              <a:rect l="l" t="t" r="r" b="b"/>
              <a:pathLst>
                <a:path w="5080000" h="4315333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lnTo>
                    <a:pt x="4732782" y="0"/>
                  </a:lnTo>
                  <a:cubicBezTo>
                    <a:pt x="4924552" y="0"/>
                    <a:pt x="5080000" y="155448"/>
                    <a:pt x="5080000" y="347218"/>
                  </a:cubicBezTo>
                  <a:lnTo>
                    <a:pt x="5080000" y="3968115"/>
                  </a:lnTo>
                  <a:cubicBezTo>
                    <a:pt x="5080000" y="4159885"/>
                    <a:pt x="4924552" y="4315333"/>
                    <a:pt x="4732782" y="4315333"/>
                  </a:cubicBezTo>
                  <a:lnTo>
                    <a:pt x="347218" y="4315333"/>
                  </a:lnTo>
                  <a:cubicBezTo>
                    <a:pt x="155448" y="4315333"/>
                    <a:pt x="0" y="4159885"/>
                    <a:pt x="0" y="39681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3248850" y="6226628"/>
            <a:ext cx="3810000" cy="3236458"/>
            <a:chOff x="0" y="0"/>
            <a:chExt cx="5080000" cy="43152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80000" cy="4315333"/>
            </a:xfrm>
            <a:custGeom>
              <a:avLst/>
              <a:gdLst/>
              <a:ahLst/>
              <a:cxnLst/>
              <a:rect l="l" t="t" r="r" b="b"/>
              <a:pathLst>
                <a:path w="5080000" h="4315333">
                  <a:moveTo>
                    <a:pt x="0" y="347218"/>
                  </a:moveTo>
                  <a:cubicBezTo>
                    <a:pt x="0" y="155448"/>
                    <a:pt x="155448" y="0"/>
                    <a:pt x="347218" y="0"/>
                  </a:cubicBezTo>
                  <a:lnTo>
                    <a:pt x="4732782" y="0"/>
                  </a:lnTo>
                  <a:cubicBezTo>
                    <a:pt x="4924552" y="0"/>
                    <a:pt x="5080000" y="155448"/>
                    <a:pt x="5080000" y="347218"/>
                  </a:cubicBezTo>
                  <a:lnTo>
                    <a:pt x="5080000" y="3968115"/>
                  </a:lnTo>
                  <a:cubicBezTo>
                    <a:pt x="5080000" y="4159885"/>
                    <a:pt x="4924552" y="4315333"/>
                    <a:pt x="4732782" y="4315333"/>
                  </a:cubicBezTo>
                  <a:lnTo>
                    <a:pt x="347218" y="4315333"/>
                  </a:lnTo>
                  <a:cubicBezTo>
                    <a:pt x="155448" y="4315333"/>
                    <a:pt x="0" y="4159885"/>
                    <a:pt x="0" y="39681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95995" y="6209282"/>
            <a:ext cx="2515711" cy="2515711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489316" y="7217552"/>
            <a:ext cx="132906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40%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52490" y="8495366"/>
            <a:ext cx="2202720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1146" y="6209282"/>
            <a:ext cx="2515711" cy="2515711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384467" y="7217551"/>
            <a:ext cx="132906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40%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47642" y="8495366"/>
            <a:ext cx="2202720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9589" y="2415506"/>
            <a:ext cx="7427285" cy="7026929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TextBox 24"/>
          <p:cNvSpPr txBox="1"/>
          <p:nvPr>
            <p:custDataLst>
              <p:tags r:id="rId2"/>
            </p:custDataLst>
          </p:nvPr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30" name="TextBox 25"/>
          <p:cNvSpPr txBox="1"/>
          <p:nvPr>
            <p:custDataLst>
              <p:tags r:id="rId3"/>
            </p:custDataLst>
          </p:nvPr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8DACD553-C181-4D4F-8294-C4591929E1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596"/>
                    </a14:imgEffect>
                    <a14:imgEffect>
                      <a14:saturation sat="8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210" b="11922"/>
          <a:stretch/>
        </p:blipFill>
        <p:spPr>
          <a:xfrm>
            <a:off x="1523269" y="5162479"/>
            <a:ext cx="8234476" cy="4172022"/>
          </a:xfrm>
          <a:prstGeom prst="roundRect">
            <a:avLst>
              <a:gd name="adj" fmla="val 4590"/>
            </a:avLst>
          </a:prstGeom>
        </p:spPr>
      </p:pic>
      <p:sp>
        <p:nvSpPr>
          <p:cNvPr id="2" name="Freeform 2"/>
          <p:cNvSpPr/>
          <p:nvPr/>
        </p:nvSpPr>
        <p:spPr>
          <a:xfrm>
            <a:off x="10197477" y="8465680"/>
            <a:ext cx="8090523" cy="1821320"/>
          </a:xfrm>
          <a:custGeom>
            <a:avLst/>
            <a:gdLst/>
            <a:ahLst/>
            <a:cxnLst/>
            <a:rect l="l" t="t" r="r" b="b"/>
            <a:pathLst>
              <a:path w="8090523" h="1821320">
                <a:moveTo>
                  <a:pt x="0" y="0"/>
                </a:moveTo>
                <a:lnTo>
                  <a:pt x="8090523" y="0"/>
                </a:lnTo>
                <a:lnTo>
                  <a:pt x="8090523" y="1821320"/>
                </a:lnTo>
                <a:lnTo>
                  <a:pt x="0" y="18213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26930" y="2511776"/>
            <a:ext cx="7338105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请输入您的文本，文字是您思想的提炼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5030" y="2272190"/>
            <a:ext cx="2754705" cy="30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Click to add a subtitle</a:t>
            </a:r>
          </a:p>
        </p:txBody>
      </p:sp>
      <p:sp>
        <p:nvSpPr>
          <p:cNvPr id="7" name="AutoShape 7"/>
          <p:cNvSpPr/>
          <p:nvPr/>
        </p:nvSpPr>
        <p:spPr>
          <a:xfrm>
            <a:off x="1496235" y="3404832"/>
            <a:ext cx="520558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426933" y="3663743"/>
            <a:ext cx="7338102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sp>
        <p:nvSpPr>
          <p:cNvPr id="9" name="AutoShape 9"/>
          <p:cNvSpPr/>
          <p:nvPr/>
        </p:nvSpPr>
        <p:spPr>
          <a:xfrm rot="5358583">
            <a:off x="8355382" y="3590925"/>
            <a:ext cx="2371897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548330" y="2511776"/>
            <a:ext cx="32182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86430" y="2272190"/>
            <a:ext cx="2754705" cy="30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Click to add a subtitle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10617634" y="3404832"/>
            <a:ext cx="587121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548328" y="3663743"/>
            <a:ext cx="6406587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29142" y="2249838"/>
            <a:ext cx="803661" cy="67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5"/>
              </a:lnSpc>
            </a:pPr>
            <a:r>
              <a:rPr lang="en-US" sz="42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48330" y="5731226"/>
            <a:ext cx="32182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添加小标题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86430" y="5491640"/>
            <a:ext cx="2754705" cy="30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Click to add a subtitle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617635" y="6624282"/>
            <a:ext cx="587820" cy="0"/>
          </a:xfrm>
          <a:prstGeom prst="line">
            <a:avLst/>
          </a:prstGeom>
          <a:ln w="19050" cap="rnd">
            <a:solidFill>
              <a:srgbClr val="35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0548328" y="6883193"/>
            <a:ext cx="6406587" cy="108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8497B0"/>
                </a:solidFill>
                <a:latin typeface="微软雅黑" panose="020B0503020204020204" charset="-122"/>
                <a:ea typeface="微软雅黑" panose="020B0503020204020204" charset="-122"/>
              </a:rPr>
              <a:t>单击此处输入您的正文，文字是您思想的提炼，为了最终演示发布良好效果，请尽量言简意赅的阐述观点；根据需要可酌情增减文字，以便观者可以准确理解您所传达的信息。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029142" y="5469288"/>
            <a:ext cx="803661" cy="67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5"/>
              </a:lnSpc>
            </a:pPr>
            <a:r>
              <a:rPr lang="en-US" sz="42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627866" y="8525571"/>
            <a:ext cx="2162175" cy="510618"/>
            <a:chOff x="0" y="0"/>
            <a:chExt cx="2882900" cy="68082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82900" cy="680847"/>
            </a:xfrm>
            <a:custGeom>
              <a:avLst/>
              <a:gdLst/>
              <a:ahLst/>
              <a:cxnLst/>
              <a:rect l="l" t="t" r="r" b="b"/>
              <a:pathLst>
                <a:path w="2882900" h="680847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2542540" y="0"/>
                  </a:lnTo>
                  <a:cubicBezTo>
                    <a:pt x="2730500" y="0"/>
                    <a:pt x="2882900" y="152400"/>
                    <a:pt x="2882900" y="340360"/>
                  </a:cubicBezTo>
                  <a:cubicBezTo>
                    <a:pt x="2882900" y="528320"/>
                    <a:pt x="2730500" y="680720"/>
                    <a:pt x="2542540" y="680720"/>
                  </a:cubicBezTo>
                  <a:lnTo>
                    <a:pt x="340360" y="680720"/>
                  </a:lnTo>
                  <a:cubicBezTo>
                    <a:pt x="152400" y="680847"/>
                    <a:pt x="0" y="528447"/>
                    <a:pt x="0" y="34036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857626" y="8596436"/>
            <a:ext cx="1702656" cy="30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添加关键词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012420" y="8525510"/>
            <a:ext cx="1777365" cy="510540"/>
            <a:chOff x="0" y="0"/>
            <a:chExt cx="1947862" cy="68082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47799" cy="680847"/>
            </a:xfrm>
            <a:custGeom>
              <a:avLst/>
              <a:gdLst/>
              <a:ahLst/>
              <a:cxnLst/>
              <a:rect l="l" t="t" r="r" b="b"/>
              <a:pathLst>
                <a:path w="1947799" h="680847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1607439" y="0"/>
                  </a:lnTo>
                  <a:cubicBezTo>
                    <a:pt x="1795399" y="0"/>
                    <a:pt x="1947799" y="152400"/>
                    <a:pt x="1947799" y="340360"/>
                  </a:cubicBezTo>
                  <a:cubicBezTo>
                    <a:pt x="1947799" y="528320"/>
                    <a:pt x="1795399" y="680720"/>
                    <a:pt x="1607439" y="680720"/>
                  </a:cubicBezTo>
                  <a:lnTo>
                    <a:pt x="340360" y="680720"/>
                  </a:lnTo>
                  <a:cubicBezTo>
                    <a:pt x="152400" y="680847"/>
                    <a:pt x="0" y="528447"/>
                    <a:pt x="0" y="340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3155930" y="8596630"/>
            <a:ext cx="1437005" cy="304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添加关键词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106015" y="8525510"/>
            <a:ext cx="1683385" cy="510540"/>
            <a:chOff x="0" y="0"/>
            <a:chExt cx="1947862" cy="68082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47799" cy="680847"/>
            </a:xfrm>
            <a:custGeom>
              <a:avLst/>
              <a:gdLst/>
              <a:ahLst/>
              <a:cxnLst/>
              <a:rect l="l" t="t" r="r" b="b"/>
              <a:pathLst>
                <a:path w="1947799" h="680847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1607439" y="0"/>
                  </a:lnTo>
                  <a:cubicBezTo>
                    <a:pt x="1795399" y="0"/>
                    <a:pt x="1947799" y="152400"/>
                    <a:pt x="1947799" y="340360"/>
                  </a:cubicBezTo>
                  <a:cubicBezTo>
                    <a:pt x="1947799" y="528320"/>
                    <a:pt x="1795399" y="680720"/>
                    <a:pt x="1607439" y="680720"/>
                  </a:cubicBezTo>
                  <a:lnTo>
                    <a:pt x="340360" y="680720"/>
                  </a:lnTo>
                  <a:cubicBezTo>
                    <a:pt x="152400" y="680847"/>
                    <a:pt x="0" y="528447"/>
                    <a:pt x="0" y="34036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5193645" y="8596630"/>
            <a:ext cx="1398905" cy="304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添加关键词</a:t>
            </a:r>
          </a:p>
        </p:txBody>
      </p:sp>
      <p:sp>
        <p:nvSpPr>
          <p:cNvPr id="29" name="Freeform 29"/>
          <p:cNvSpPr/>
          <p:nvPr/>
        </p:nvSpPr>
        <p:spPr>
          <a:xfrm>
            <a:off x="16992805" y="113994"/>
            <a:ext cx="1176609" cy="584178"/>
          </a:xfrm>
          <a:custGeom>
            <a:avLst/>
            <a:gdLst/>
            <a:ahLst/>
            <a:cxnLst/>
            <a:rect l="l" t="t" r="r" b="b"/>
            <a:pathLst>
              <a:path w="1176609" h="584178">
                <a:moveTo>
                  <a:pt x="0" y="0"/>
                </a:moveTo>
                <a:lnTo>
                  <a:pt x="1176609" y="0"/>
                </a:lnTo>
                <a:lnTo>
                  <a:pt x="1176609" y="584178"/>
                </a:lnTo>
                <a:lnTo>
                  <a:pt x="0" y="5841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2" name="TextBox 24"/>
          <p:cNvSpPr txBox="1"/>
          <p:nvPr>
            <p:custDataLst>
              <p:tags r:id="rId2"/>
            </p:custDataLst>
          </p:nvPr>
        </p:nvSpPr>
        <p:spPr>
          <a:xfrm>
            <a:off x="6134921" y="1025448"/>
            <a:ext cx="6018159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请输入标题</a:t>
            </a:r>
          </a:p>
        </p:txBody>
      </p:sp>
      <p:sp>
        <p:nvSpPr>
          <p:cNvPr id="33" name="TextBox 25"/>
          <p:cNvSpPr txBox="1"/>
          <p:nvPr>
            <p:custDataLst>
              <p:tags r:id="rId3"/>
            </p:custDataLst>
          </p:nvPr>
        </p:nvSpPr>
        <p:spPr>
          <a:xfrm>
            <a:off x="7766648" y="746486"/>
            <a:ext cx="2754705" cy="27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8497B0"/>
                </a:solidFill>
                <a:latin typeface="Montserrat" panose="00000500000000000000"/>
              </a:rPr>
              <a:t>请输入标题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080556" cy="5022166"/>
          </a:xfrm>
          <a:custGeom>
            <a:avLst/>
            <a:gdLst/>
            <a:ahLst/>
            <a:cxnLst/>
            <a:rect l="l" t="t" r="r" b="b"/>
            <a:pathLst>
              <a:path w="9080556" h="5022166">
                <a:moveTo>
                  <a:pt x="0" y="0"/>
                </a:moveTo>
                <a:lnTo>
                  <a:pt x="9080556" y="0"/>
                </a:lnTo>
                <a:lnTo>
                  <a:pt x="9080556" y="5022166"/>
                </a:lnTo>
                <a:lnTo>
                  <a:pt x="0" y="5022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5836" y="3645378"/>
            <a:ext cx="9051097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1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感谢观看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1346" y="2660220"/>
            <a:ext cx="903007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8497B0"/>
                </a:solidFill>
                <a:latin typeface="Montserrat Ultra-Bold" panose="00000900000000000000"/>
              </a:rPr>
              <a:t>Thanks For Your Watching</a:t>
            </a:r>
          </a:p>
        </p:txBody>
      </p:sp>
      <p:sp>
        <p:nvSpPr>
          <p:cNvPr id="5" name="Freeform 5"/>
          <p:cNvSpPr/>
          <p:nvPr/>
        </p:nvSpPr>
        <p:spPr>
          <a:xfrm>
            <a:off x="9525" y="4903330"/>
            <a:ext cx="18288000" cy="5393195"/>
          </a:xfrm>
          <a:custGeom>
            <a:avLst/>
            <a:gdLst/>
            <a:ahLst/>
            <a:cxnLst/>
            <a:rect l="l" t="t" r="r" b="b"/>
            <a:pathLst>
              <a:path w="18288000" h="5393195">
                <a:moveTo>
                  <a:pt x="0" y="0"/>
                </a:moveTo>
                <a:lnTo>
                  <a:pt x="18288000" y="0"/>
                </a:lnTo>
                <a:lnTo>
                  <a:pt x="18288000" y="5393195"/>
                </a:lnTo>
                <a:lnTo>
                  <a:pt x="0" y="5393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6" name="组合 35"/>
          <p:cNvGrpSpPr/>
          <p:nvPr/>
        </p:nvGrpSpPr>
        <p:grpSpPr>
          <a:xfrm>
            <a:off x="1447800" y="5714365"/>
            <a:ext cx="3149600" cy="781050"/>
            <a:chOff x="2346" y="11110"/>
            <a:chExt cx="4960" cy="1230"/>
          </a:xfrm>
        </p:grpSpPr>
        <p:grpSp>
          <p:nvGrpSpPr>
            <p:cNvPr id="8" name="Group 8"/>
            <p:cNvGrpSpPr/>
            <p:nvPr/>
          </p:nvGrpSpPr>
          <p:grpSpPr>
            <a:xfrm>
              <a:off x="2346" y="11110"/>
              <a:ext cx="4519" cy="1230"/>
              <a:chOff x="0" y="0"/>
              <a:chExt cx="3826412" cy="104100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826383" cy="1041019"/>
              </a:xfrm>
              <a:custGeom>
                <a:avLst/>
                <a:gdLst/>
                <a:ahLst/>
                <a:cxnLst/>
                <a:rect l="l" t="t" r="r" b="b"/>
                <a:pathLst>
                  <a:path w="3826383" h="1041019">
                    <a:moveTo>
                      <a:pt x="0" y="520446"/>
                    </a:moveTo>
                    <a:cubicBezTo>
                      <a:pt x="0" y="233045"/>
                      <a:pt x="233045" y="0"/>
                      <a:pt x="520446" y="0"/>
                    </a:cubicBezTo>
                    <a:lnTo>
                      <a:pt x="3305937" y="0"/>
                    </a:lnTo>
                    <a:cubicBezTo>
                      <a:pt x="3593465" y="0"/>
                      <a:pt x="3826383" y="233045"/>
                      <a:pt x="3826383" y="520446"/>
                    </a:cubicBezTo>
                    <a:cubicBezTo>
                      <a:pt x="3826383" y="807847"/>
                      <a:pt x="3593338" y="1040892"/>
                      <a:pt x="3305937" y="1040892"/>
                    </a:cubicBezTo>
                    <a:lnTo>
                      <a:pt x="520446" y="1040892"/>
                    </a:lnTo>
                    <a:cubicBezTo>
                      <a:pt x="233045" y="1041019"/>
                      <a:pt x="0" y="807974"/>
                      <a:pt x="0" y="520446"/>
                    </a:cubicBezTo>
                    <a:close/>
                  </a:path>
                </a:pathLst>
              </a:custGeom>
              <a:solidFill>
                <a:srgbClr val="356AFF"/>
              </a:solidFill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836" y="11531"/>
              <a:ext cx="4470" cy="5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2800" b="1" dirty="0" err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汇报人：XXX</a:t>
              </a:r>
              <a:endParaRPr 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827002" y="3090522"/>
            <a:ext cx="1945042" cy="1945042"/>
            <a:chOff x="0" y="0"/>
            <a:chExt cx="2593390" cy="25933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93340" cy="2593340"/>
            </a:xfrm>
            <a:custGeom>
              <a:avLst/>
              <a:gdLst/>
              <a:ahLst/>
              <a:cxnLst/>
              <a:rect l="l" t="t" r="r" b="b"/>
              <a:pathLst>
                <a:path w="2593340" h="2593340">
                  <a:moveTo>
                    <a:pt x="0" y="1296670"/>
                  </a:moveTo>
                  <a:cubicBezTo>
                    <a:pt x="0" y="580517"/>
                    <a:pt x="580517" y="0"/>
                    <a:pt x="1296670" y="0"/>
                  </a:cubicBezTo>
                  <a:cubicBezTo>
                    <a:pt x="2012823" y="0"/>
                    <a:pt x="2593340" y="580517"/>
                    <a:pt x="2593340" y="1296670"/>
                  </a:cubicBezTo>
                  <a:cubicBezTo>
                    <a:pt x="2593340" y="2012823"/>
                    <a:pt x="2012823" y="2593340"/>
                    <a:pt x="1296670" y="2593340"/>
                  </a:cubicBezTo>
                  <a:cubicBezTo>
                    <a:pt x="580517" y="2593340"/>
                    <a:pt x="0" y="2012823"/>
                    <a:pt x="0" y="12966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4594971" y="7354464"/>
            <a:ext cx="460719" cy="460719"/>
            <a:chOff x="0" y="0"/>
            <a:chExt cx="614292" cy="6142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4299" cy="614299"/>
            </a:xfrm>
            <a:custGeom>
              <a:avLst/>
              <a:gdLst/>
              <a:ahLst/>
              <a:cxnLst/>
              <a:rect l="l" t="t" r="r" b="b"/>
              <a:pathLst>
                <a:path w="614299" h="614299">
                  <a:moveTo>
                    <a:pt x="0" y="307086"/>
                  </a:moveTo>
                  <a:cubicBezTo>
                    <a:pt x="0" y="137541"/>
                    <a:pt x="137541" y="0"/>
                    <a:pt x="307086" y="0"/>
                  </a:cubicBezTo>
                  <a:cubicBezTo>
                    <a:pt x="476631" y="0"/>
                    <a:pt x="614299" y="137541"/>
                    <a:pt x="614299" y="307086"/>
                  </a:cubicBezTo>
                  <a:cubicBezTo>
                    <a:pt x="614299" y="476631"/>
                    <a:pt x="476758" y="614299"/>
                    <a:pt x="307086" y="614299"/>
                  </a:cubicBezTo>
                  <a:cubicBezTo>
                    <a:pt x="137414" y="614299"/>
                    <a:pt x="0" y="476758"/>
                    <a:pt x="0" y="3070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1133848" y="7206754"/>
            <a:ext cx="1907086" cy="1907086"/>
            <a:chOff x="0" y="0"/>
            <a:chExt cx="2542782" cy="25427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42794" cy="2542794"/>
            </a:xfrm>
            <a:custGeom>
              <a:avLst/>
              <a:gdLst/>
              <a:ahLst/>
              <a:cxnLst/>
              <a:rect l="l" t="t" r="r" b="b"/>
              <a:pathLst>
                <a:path w="2542794" h="2542794">
                  <a:moveTo>
                    <a:pt x="0" y="1271397"/>
                  </a:moveTo>
                  <a:cubicBezTo>
                    <a:pt x="0" y="569214"/>
                    <a:pt x="569214" y="0"/>
                    <a:pt x="1271397" y="0"/>
                  </a:cubicBezTo>
                  <a:cubicBezTo>
                    <a:pt x="1973580" y="0"/>
                    <a:pt x="2542794" y="569214"/>
                    <a:pt x="2542794" y="1271397"/>
                  </a:cubicBezTo>
                  <a:cubicBezTo>
                    <a:pt x="2542794" y="1973580"/>
                    <a:pt x="1973580" y="2542794"/>
                    <a:pt x="1271397" y="2542794"/>
                  </a:cubicBezTo>
                  <a:cubicBezTo>
                    <a:pt x="569214" y="2542794"/>
                    <a:pt x="0" y="1973580"/>
                    <a:pt x="0" y="1271397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4634945" y="5941110"/>
            <a:ext cx="3662582" cy="4355416"/>
          </a:xfrm>
          <a:custGeom>
            <a:avLst/>
            <a:gdLst/>
            <a:ahLst/>
            <a:cxnLst/>
            <a:rect l="l" t="t" r="r" b="b"/>
            <a:pathLst>
              <a:path w="3662582" h="4355416">
                <a:moveTo>
                  <a:pt x="0" y="0"/>
                </a:moveTo>
                <a:lnTo>
                  <a:pt x="3662582" y="0"/>
                </a:lnTo>
                <a:lnTo>
                  <a:pt x="3662582" y="4355416"/>
                </a:lnTo>
                <a:lnTo>
                  <a:pt x="0" y="43554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0748413" y="5482213"/>
            <a:ext cx="228600" cy="228600"/>
            <a:chOff x="0" y="0"/>
            <a:chExt cx="304800" cy="304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cubicBezTo>
                    <a:pt x="236601" y="0"/>
                    <a:pt x="304800" y="68199"/>
                    <a:pt x="304800" y="152400"/>
                  </a:cubicBezTo>
                  <a:cubicBezTo>
                    <a:pt x="304800" y="236601"/>
                    <a:pt x="236601" y="304800"/>
                    <a:pt x="152400" y="304800"/>
                  </a:cubicBezTo>
                  <a:cubicBezTo>
                    <a:pt x="68199" y="304800"/>
                    <a:pt x="0" y="236601"/>
                    <a:pt x="0" y="152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6975932" y="2936160"/>
            <a:ext cx="392338" cy="392339"/>
            <a:chOff x="0" y="0"/>
            <a:chExt cx="523118" cy="5231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23240" cy="523240"/>
            </a:xfrm>
            <a:custGeom>
              <a:avLst/>
              <a:gdLst/>
              <a:ahLst/>
              <a:cxnLst/>
              <a:rect l="l" t="t" r="r" b="b"/>
              <a:pathLst>
                <a:path w="523240" h="523240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cubicBezTo>
                    <a:pt x="406146" y="0"/>
                    <a:pt x="523240" y="117094"/>
                    <a:pt x="523240" y="261620"/>
                  </a:cubicBezTo>
                  <a:cubicBezTo>
                    <a:pt x="523240" y="406146"/>
                    <a:pt x="406146" y="523240"/>
                    <a:pt x="261620" y="523240"/>
                  </a:cubicBezTo>
                  <a:cubicBezTo>
                    <a:pt x="117094" y="523240"/>
                    <a:pt x="0" y="406019"/>
                    <a:pt x="0" y="261620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1204916" y="3281867"/>
            <a:ext cx="569742" cy="569742"/>
            <a:chOff x="0" y="0"/>
            <a:chExt cx="759656" cy="7596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5324628" y="9524745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5"/>
                </a:lnTo>
                <a:lnTo>
                  <a:pt x="0" y="7622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7" name="Freeform 30"/>
          <p:cNvSpPr/>
          <p:nvPr>
            <p:custDataLst>
              <p:tags r:id="rId1"/>
            </p:custDataLst>
          </p:nvPr>
        </p:nvSpPr>
        <p:spPr>
          <a:xfrm>
            <a:off x="15799523" y="258586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930A0F3-B0B5-4F12-A87A-60C1A353CC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3" r="9433"/>
          <a:stretch/>
        </p:blipFill>
        <p:spPr>
          <a:xfrm>
            <a:off x="12475525" y="2247900"/>
            <a:ext cx="2899597" cy="6397448"/>
          </a:xfrm>
          <a:prstGeom prst="rect">
            <a:avLst/>
          </a:prstGeom>
        </p:spPr>
      </p:pic>
      <p:sp>
        <p:nvSpPr>
          <p:cNvPr id="32" name="Freeform 32"/>
          <p:cNvSpPr/>
          <p:nvPr/>
        </p:nvSpPr>
        <p:spPr>
          <a:xfrm>
            <a:off x="12342944" y="2019300"/>
            <a:ext cx="3201856" cy="6998593"/>
          </a:xfrm>
          <a:custGeom>
            <a:avLst/>
            <a:gdLst/>
            <a:ahLst/>
            <a:cxnLst/>
            <a:rect l="l" t="t" r="r" b="b"/>
            <a:pathLst>
              <a:path w="3201856" h="6998593">
                <a:moveTo>
                  <a:pt x="0" y="0"/>
                </a:moveTo>
                <a:lnTo>
                  <a:pt x="3201856" y="0"/>
                </a:lnTo>
                <a:lnTo>
                  <a:pt x="3201856" y="6998593"/>
                </a:lnTo>
                <a:lnTo>
                  <a:pt x="0" y="69985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NiMmJjMGUyMDNhMGI0MjllZTc4OTE3ODRjOTBjM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69.812283464567,&quot;left&quot;:703.0817322834646,&quot;top&quot;:175.31259842519685,&quot;width&quot;:646.3125984251968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265</Words>
  <Application>Microsoft Office PowerPoint</Application>
  <PresentationFormat>自定义</PresentationFormat>
  <Paragraphs>97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Montserrat Heavy</vt:lpstr>
      <vt:lpstr>微软雅黑</vt:lpstr>
      <vt:lpstr>Calibri</vt:lpstr>
      <vt:lpstr>Montserrat</vt:lpstr>
      <vt:lpstr>Wingdings</vt:lpstr>
      <vt:lpstr>思源黑体</vt:lpstr>
      <vt:lpstr>Arial</vt:lpstr>
      <vt:lpstr>Montserrat Ultra-Bold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蓝色简约商业计划书演示文稿</dc:title>
  <dc:creator>唐玉婵</dc:creator>
  <cp:lastModifiedBy>启航 孙</cp:lastModifiedBy>
  <cp:revision>20</cp:revision>
  <dcterms:created xsi:type="dcterms:W3CDTF">2006-08-16T00:00:00Z</dcterms:created>
  <dcterms:modified xsi:type="dcterms:W3CDTF">2025-11-13T07:04:34Z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A1735CF52F6D4D80BA44C61B7048A70D_12</vt:lpwstr>
  </property>
  <property fmtid="{D5CDD505-2E9C-101B-9397-08002B2CF9AE}" pid="3" name="KSOProductBuildVer">
    <vt:lpwstr>2052-12.1.0.16250</vt:lpwstr>
  </property>
</Properties>
</file>